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5"/>
  </p:notesMasterIdLst>
  <p:handoutMasterIdLst>
    <p:handoutMasterId r:id="rId146"/>
  </p:handoutMasterIdLst>
  <p:sldIdLst>
    <p:sldId id="398" r:id="rId2"/>
    <p:sldId id="323" r:id="rId3"/>
    <p:sldId id="440" r:id="rId4"/>
    <p:sldId id="407" r:id="rId5"/>
    <p:sldId id="358" r:id="rId6"/>
    <p:sldId id="422" r:id="rId7"/>
    <p:sldId id="400" r:id="rId8"/>
    <p:sldId id="423" r:id="rId9"/>
    <p:sldId id="413" r:id="rId10"/>
    <p:sldId id="424" r:id="rId11"/>
    <p:sldId id="414" r:id="rId12"/>
    <p:sldId id="425" r:id="rId13"/>
    <p:sldId id="415" r:id="rId14"/>
    <p:sldId id="416" r:id="rId15"/>
    <p:sldId id="417" r:id="rId16"/>
    <p:sldId id="418" r:id="rId17"/>
    <p:sldId id="419" r:id="rId18"/>
    <p:sldId id="431" r:id="rId19"/>
    <p:sldId id="449" r:id="rId20"/>
    <p:sldId id="432" r:id="rId21"/>
    <p:sldId id="450" r:id="rId22"/>
    <p:sldId id="447" r:id="rId23"/>
    <p:sldId id="451" r:id="rId24"/>
    <p:sldId id="448" r:id="rId25"/>
    <p:sldId id="452" r:id="rId26"/>
    <p:sldId id="420" r:id="rId27"/>
    <p:sldId id="433" r:id="rId28"/>
    <p:sldId id="426" r:id="rId29"/>
    <p:sldId id="453" r:id="rId30"/>
    <p:sldId id="434" r:id="rId31"/>
    <p:sldId id="455" r:id="rId32"/>
    <p:sldId id="456" r:id="rId33"/>
    <p:sldId id="454" r:id="rId34"/>
    <p:sldId id="427" r:id="rId35"/>
    <p:sldId id="435" r:id="rId36"/>
    <p:sldId id="457" r:id="rId37"/>
    <p:sldId id="458" r:id="rId38"/>
    <p:sldId id="461" r:id="rId39"/>
    <p:sldId id="428" r:id="rId40"/>
    <p:sldId id="462" r:id="rId41"/>
    <p:sldId id="463" r:id="rId42"/>
    <p:sldId id="464" r:id="rId43"/>
    <p:sldId id="465" r:id="rId44"/>
    <p:sldId id="429" r:id="rId45"/>
    <p:sldId id="466" r:id="rId46"/>
    <p:sldId id="467" r:id="rId47"/>
    <p:sldId id="468" r:id="rId48"/>
    <p:sldId id="469" r:id="rId49"/>
    <p:sldId id="430" r:id="rId50"/>
    <p:sldId id="470" r:id="rId51"/>
    <p:sldId id="471" r:id="rId52"/>
    <p:sldId id="472" r:id="rId53"/>
    <p:sldId id="473" r:id="rId54"/>
    <p:sldId id="474" r:id="rId55"/>
    <p:sldId id="475" r:id="rId56"/>
    <p:sldId id="476" r:id="rId57"/>
    <p:sldId id="477" r:id="rId58"/>
    <p:sldId id="481" r:id="rId59"/>
    <p:sldId id="478" r:id="rId60"/>
    <p:sldId id="482" r:id="rId61"/>
    <p:sldId id="479" r:id="rId62"/>
    <p:sldId id="483" r:id="rId63"/>
    <p:sldId id="480" r:id="rId64"/>
    <p:sldId id="553" r:id="rId65"/>
    <p:sldId id="484" r:id="rId66"/>
    <p:sldId id="485" r:id="rId67"/>
    <p:sldId id="486" r:id="rId68"/>
    <p:sldId id="487" r:id="rId69"/>
    <p:sldId id="488" r:id="rId70"/>
    <p:sldId id="493" r:id="rId71"/>
    <p:sldId id="494" r:id="rId72"/>
    <p:sldId id="489" r:id="rId73"/>
    <p:sldId id="496" r:id="rId74"/>
    <p:sldId id="497" r:id="rId75"/>
    <p:sldId id="495" r:id="rId76"/>
    <p:sldId id="490" r:id="rId77"/>
    <p:sldId id="498" r:id="rId78"/>
    <p:sldId id="491" r:id="rId79"/>
    <p:sldId id="499" r:id="rId80"/>
    <p:sldId id="500" r:id="rId81"/>
    <p:sldId id="501" r:id="rId82"/>
    <p:sldId id="492" r:id="rId83"/>
    <p:sldId id="502" r:id="rId84"/>
    <p:sldId id="506" r:id="rId85"/>
    <p:sldId id="503" r:id="rId86"/>
    <p:sldId id="509" r:id="rId87"/>
    <p:sldId id="510" r:id="rId88"/>
    <p:sldId id="512" r:id="rId89"/>
    <p:sldId id="513" r:id="rId90"/>
    <p:sldId id="511" r:id="rId91"/>
    <p:sldId id="514" r:id="rId92"/>
    <p:sldId id="515" r:id="rId93"/>
    <p:sldId id="516" r:id="rId94"/>
    <p:sldId id="504" r:id="rId95"/>
    <p:sldId id="507" r:id="rId96"/>
    <p:sldId id="517" r:id="rId97"/>
    <p:sldId id="518" r:id="rId98"/>
    <p:sldId id="520" r:id="rId99"/>
    <p:sldId id="519" r:id="rId100"/>
    <p:sldId id="521" r:id="rId101"/>
    <p:sldId id="505" r:id="rId102"/>
    <p:sldId id="508" r:id="rId103"/>
    <p:sldId id="522" r:id="rId104"/>
    <p:sldId id="523" r:id="rId105"/>
    <p:sldId id="529" r:id="rId106"/>
    <p:sldId id="524" r:id="rId107"/>
    <p:sldId id="530" r:id="rId108"/>
    <p:sldId id="525" r:id="rId109"/>
    <p:sldId id="531" r:id="rId110"/>
    <p:sldId id="526" r:id="rId111"/>
    <p:sldId id="532" r:id="rId112"/>
    <p:sldId id="527" r:id="rId113"/>
    <p:sldId id="533" r:id="rId114"/>
    <p:sldId id="528" r:id="rId115"/>
    <p:sldId id="534" r:id="rId116"/>
    <p:sldId id="321" r:id="rId117"/>
    <p:sldId id="535" r:id="rId118"/>
    <p:sldId id="536" r:id="rId119"/>
    <p:sldId id="537" r:id="rId120"/>
    <p:sldId id="538" r:id="rId121"/>
    <p:sldId id="539" r:id="rId122"/>
    <p:sldId id="540" r:id="rId123"/>
    <p:sldId id="541" r:id="rId124"/>
    <p:sldId id="542" r:id="rId125"/>
    <p:sldId id="543" r:id="rId126"/>
    <p:sldId id="544" r:id="rId127"/>
    <p:sldId id="443" r:id="rId128"/>
    <p:sldId id="546" r:id="rId129"/>
    <p:sldId id="444" r:id="rId130"/>
    <p:sldId id="441" r:id="rId131"/>
    <p:sldId id="545" r:id="rId132"/>
    <p:sldId id="445" r:id="rId133"/>
    <p:sldId id="547" r:id="rId134"/>
    <p:sldId id="446" r:id="rId135"/>
    <p:sldId id="548" r:id="rId136"/>
    <p:sldId id="549" r:id="rId137"/>
    <p:sldId id="550" r:id="rId138"/>
    <p:sldId id="551" r:id="rId139"/>
    <p:sldId id="439" r:id="rId140"/>
    <p:sldId id="316" r:id="rId141"/>
    <p:sldId id="552" r:id="rId142"/>
    <p:sldId id="258" r:id="rId143"/>
    <p:sldId id="322" r:id="rId1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BC5A114-688B-4552-8B6B-E24F4D0527ED}">
          <p14:sldIdLst>
            <p14:sldId id="398"/>
            <p14:sldId id="323"/>
            <p14:sldId id="440"/>
            <p14:sldId id="407"/>
            <p14:sldId id="358"/>
            <p14:sldId id="422"/>
            <p14:sldId id="400"/>
            <p14:sldId id="423"/>
            <p14:sldId id="413"/>
            <p14:sldId id="424"/>
            <p14:sldId id="414"/>
            <p14:sldId id="425"/>
            <p14:sldId id="415"/>
            <p14:sldId id="416"/>
            <p14:sldId id="417"/>
            <p14:sldId id="418"/>
            <p14:sldId id="419"/>
            <p14:sldId id="431"/>
            <p14:sldId id="449"/>
            <p14:sldId id="432"/>
            <p14:sldId id="450"/>
            <p14:sldId id="447"/>
            <p14:sldId id="451"/>
            <p14:sldId id="448"/>
            <p14:sldId id="452"/>
            <p14:sldId id="420"/>
            <p14:sldId id="433"/>
            <p14:sldId id="426"/>
            <p14:sldId id="453"/>
            <p14:sldId id="434"/>
            <p14:sldId id="455"/>
            <p14:sldId id="456"/>
            <p14:sldId id="454"/>
            <p14:sldId id="427"/>
            <p14:sldId id="435"/>
            <p14:sldId id="457"/>
            <p14:sldId id="458"/>
            <p14:sldId id="461"/>
            <p14:sldId id="428"/>
            <p14:sldId id="462"/>
            <p14:sldId id="463"/>
            <p14:sldId id="464"/>
            <p14:sldId id="465"/>
            <p14:sldId id="429"/>
            <p14:sldId id="466"/>
            <p14:sldId id="467"/>
            <p14:sldId id="468"/>
            <p14:sldId id="469"/>
            <p14:sldId id="430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81"/>
            <p14:sldId id="478"/>
            <p14:sldId id="482"/>
            <p14:sldId id="479"/>
            <p14:sldId id="483"/>
            <p14:sldId id="480"/>
            <p14:sldId id="553"/>
            <p14:sldId id="484"/>
            <p14:sldId id="485"/>
            <p14:sldId id="486"/>
            <p14:sldId id="487"/>
            <p14:sldId id="488"/>
            <p14:sldId id="493"/>
            <p14:sldId id="494"/>
            <p14:sldId id="489"/>
            <p14:sldId id="496"/>
            <p14:sldId id="497"/>
            <p14:sldId id="495"/>
            <p14:sldId id="490"/>
            <p14:sldId id="498"/>
            <p14:sldId id="491"/>
            <p14:sldId id="499"/>
            <p14:sldId id="500"/>
            <p14:sldId id="501"/>
            <p14:sldId id="492"/>
            <p14:sldId id="502"/>
            <p14:sldId id="506"/>
            <p14:sldId id="503"/>
            <p14:sldId id="509"/>
            <p14:sldId id="510"/>
            <p14:sldId id="512"/>
            <p14:sldId id="513"/>
            <p14:sldId id="511"/>
            <p14:sldId id="514"/>
            <p14:sldId id="515"/>
            <p14:sldId id="516"/>
            <p14:sldId id="504"/>
            <p14:sldId id="507"/>
            <p14:sldId id="517"/>
            <p14:sldId id="518"/>
            <p14:sldId id="520"/>
            <p14:sldId id="519"/>
            <p14:sldId id="521"/>
            <p14:sldId id="505"/>
            <p14:sldId id="508"/>
            <p14:sldId id="522"/>
            <p14:sldId id="523"/>
            <p14:sldId id="529"/>
            <p14:sldId id="524"/>
            <p14:sldId id="530"/>
            <p14:sldId id="525"/>
            <p14:sldId id="531"/>
            <p14:sldId id="526"/>
            <p14:sldId id="532"/>
            <p14:sldId id="527"/>
            <p14:sldId id="533"/>
            <p14:sldId id="528"/>
            <p14:sldId id="534"/>
            <p14:sldId id="321"/>
          </p14:sldIdLst>
        </p14:section>
        <p14:section name="Font size and style" id="{9DE7AA49-D873-4F99-9273-B98C6451741E}">
          <p14:sldIdLst>
            <p14:sldId id="535"/>
          </p14:sldIdLst>
        </p14:section>
        <p14:section name="Heading Guidelines" id="{31109142-A499-4F92-8631-283DC77E6F46}">
          <p14:sldIdLst>
            <p14:sldId id="536"/>
          </p14:sldIdLst>
        </p14:section>
        <p14:section name="Image + Para guidelines" id="{E05C8B71-079B-4D5C-A4D1-B901610FACBD}">
          <p14:sldIdLst>
            <p14:sldId id="537"/>
            <p14:sldId id="538"/>
            <p14:sldId id="539"/>
          </p14:sldIdLst>
        </p14:section>
        <p14:section name="Video Guidelines" id="{9D0F88DD-1B17-4B33-96B0-0DB2C7E3D87D}">
          <p14:sldIdLst>
            <p14:sldId id="540"/>
          </p14:sldIdLst>
        </p14:section>
        <p14:section name="System Tree Chart Guidelines" id="{9C285BAC-E3AF-4664-9E85-B482EDD7245E}">
          <p14:sldIdLst>
            <p14:sldId id="541"/>
            <p14:sldId id="542"/>
            <p14:sldId id="543"/>
            <p14:sldId id="544"/>
            <p14:sldId id="443"/>
            <p14:sldId id="546"/>
          </p14:sldIdLst>
        </p14:section>
        <p14:section name="Table Guidelines" id="{705381C1-E784-4273-82BB-4F7F37AD8063}">
          <p14:sldIdLst>
            <p14:sldId id="444"/>
            <p14:sldId id="441"/>
            <p14:sldId id="545"/>
            <p14:sldId id="445"/>
            <p14:sldId id="547"/>
            <p14:sldId id="446"/>
          </p14:sldIdLst>
        </p14:section>
        <p14:section name="Operations guidelines" id="{16116902-5534-4E74-AB3B-AD92FABB40C2}">
          <p14:sldIdLst>
            <p14:sldId id="548"/>
            <p14:sldId id="549"/>
            <p14:sldId id="550"/>
            <p14:sldId id="551"/>
          </p14:sldIdLst>
        </p14:section>
        <p14:section name="Note-warning Guidelines" id="{1F4E7AEF-D573-44AA-A00B-F3FDDF4309A1}">
          <p14:sldIdLst>
            <p14:sldId id="439"/>
            <p14:sldId id="316"/>
            <p14:sldId id="552"/>
            <p14:sldId id="258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  <p15:guide id="6" pos="7514" userDrawn="1">
          <p15:clr>
            <a:srgbClr val="A4A3A4"/>
          </p15:clr>
        </p15:guide>
        <p15:guide id="7" pos="37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" initials="C" lastIdx="1" clrIdx="0">
    <p:extLst>
      <p:ext uri="{19B8F6BF-5375-455C-9EA6-DF929625EA0E}">
        <p15:presenceInfo xmlns:p15="http://schemas.microsoft.com/office/powerpoint/2012/main" userId="CA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72"/>
    <a:srgbClr val="FFFFFF"/>
    <a:srgbClr val="E6E6E6"/>
    <a:srgbClr val="B6DCDF"/>
    <a:srgbClr val="004B86"/>
    <a:srgbClr val="D9D9D9"/>
    <a:srgbClr val="95AABA"/>
    <a:srgbClr val="A6A6A6"/>
    <a:srgbClr val="4472C4"/>
    <a:srgbClr val="E0E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 autoAdjust="0"/>
    <p:restoredTop sz="96030" autoAdjust="0"/>
  </p:normalViewPr>
  <p:slideViewPr>
    <p:cSldViewPr>
      <p:cViewPr varScale="1">
        <p:scale>
          <a:sx n="84" d="100"/>
          <a:sy n="84" d="100"/>
        </p:scale>
        <p:origin x="954" y="96"/>
      </p:cViewPr>
      <p:guideLst>
        <p:guide orient="horz" pos="3793"/>
        <p:guide pos="438"/>
        <p:guide orient="horz" pos="845"/>
        <p:guide pos="7514"/>
        <p:guide pos="37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7908"/>
    </p:cViewPr>
  </p:sorterViewPr>
  <p:notesViewPr>
    <p:cSldViewPr>
      <p:cViewPr varScale="1">
        <p:scale>
          <a:sx n="84" d="100"/>
          <a:sy n="84" d="100"/>
        </p:scale>
        <p:origin x="31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590A7-82DB-4DCD-90F7-505D059BA7F7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</dgm:pt>
    <dgm:pt modelId="{670C9728-F902-4926-BEA9-C354C6A5F83B}">
      <dgm:prSet phldrT="[Text]" custT="1"/>
      <dgm:spPr>
        <a:solidFill>
          <a:srgbClr val="92D050"/>
        </a:solidFill>
        <a:ln w="9525"/>
      </dgm:spPr>
      <dgm:t>
        <a:bodyPr/>
        <a:lstStyle/>
        <a:p>
          <a:r>
            <a:rPr lang="en-US" sz="1800" dirty="0"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ACA36D2C-0356-4F85-8171-9CBC4CCD6C9F}" type="parTrans" cxnId="{5C334C3B-A4C5-4F19-A435-0A09B6715BF1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FB6E6FE0-FA0A-4143-A7B6-39A329D81135}" type="sibTrans" cxnId="{5C334C3B-A4C5-4F19-A435-0A09B6715BF1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020F0119-0B4F-40F1-95A2-E16F49D568DE}">
      <dgm:prSet phldrT="[Text]" custT="1"/>
      <dgm:spPr>
        <a:solidFill>
          <a:srgbClr val="FFFF99"/>
        </a:solidFill>
        <a:ln w="9525"/>
      </dgm:spPr>
      <dgm:t>
        <a:bodyPr/>
        <a:lstStyle/>
        <a:p>
          <a:r>
            <a:rPr lang="en-US" sz="1800" dirty="0"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2B62A1D5-4779-4864-A07E-C3EC81993F2C}" type="parTrans" cxnId="{9F006B84-3374-4F64-8772-D9ECC998C1C8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636BA602-5854-4556-AC70-24A460C244BB}" type="sibTrans" cxnId="{9F006B84-3374-4F64-8772-D9ECC998C1C8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ECCADC0B-56EB-4F55-AB46-BCF74714CC27}">
      <dgm:prSet phldrT="[Text]" custT="1"/>
      <dgm:spPr>
        <a:ln w="9525"/>
      </dgm:spPr>
      <dgm:t>
        <a:bodyPr/>
        <a:lstStyle/>
        <a:p>
          <a:r>
            <a:rPr lang="en-US" sz="1800" dirty="0"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06575DA6-BAF3-4FA6-ACC6-33EAFECACCD2}" type="parTrans" cxnId="{C1D72F78-8FB7-44EA-8117-66B6AC4ED16C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4F31BA8D-0800-4D2C-A82E-3DA2DB6E5FD3}" type="sibTrans" cxnId="{C1D72F78-8FB7-44EA-8117-66B6AC4ED16C}">
      <dgm:prSet/>
      <dgm:spPr/>
      <dgm:t>
        <a:bodyPr/>
        <a:lstStyle/>
        <a:p>
          <a:endParaRPr lang="en-US" sz="1800">
            <a:latin typeface="+mn-lt"/>
            <a:cs typeface="Arial" panose="020B0604020202020204" pitchFamily="34" charset="0"/>
          </a:endParaRPr>
        </a:p>
      </dgm:t>
    </dgm:pt>
    <dgm:pt modelId="{AF512737-1C3F-41F3-AB90-DFDF151ED390}" type="pres">
      <dgm:prSet presAssocID="{69E590A7-82DB-4DCD-90F7-505D059BA7F7}" presName="Name0" presStyleCnt="0">
        <dgm:presLayoutVars>
          <dgm:dir/>
          <dgm:animLvl val="lvl"/>
          <dgm:resizeHandles val="exact"/>
        </dgm:presLayoutVars>
      </dgm:prSet>
      <dgm:spPr/>
    </dgm:pt>
    <dgm:pt modelId="{670EAFA6-3606-486D-82AD-691810CA8416}" type="pres">
      <dgm:prSet presAssocID="{670C9728-F902-4926-BEA9-C354C6A5F83B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58AD380-3436-4AE7-8551-39CE9B9EB06D}" type="pres">
      <dgm:prSet presAssocID="{FB6E6FE0-FA0A-4143-A7B6-39A329D81135}" presName="parTxOnlySpace" presStyleCnt="0"/>
      <dgm:spPr/>
    </dgm:pt>
    <dgm:pt modelId="{4221AA9D-E49F-48E5-8CB9-C0A239E858E6}" type="pres">
      <dgm:prSet presAssocID="{020F0119-0B4F-40F1-95A2-E16F49D568D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CE3ADA7-27EF-4181-B656-3999FB3012C8}" type="pres">
      <dgm:prSet presAssocID="{636BA602-5854-4556-AC70-24A460C244BB}" presName="parTxOnlySpace" presStyleCnt="0"/>
      <dgm:spPr/>
    </dgm:pt>
    <dgm:pt modelId="{AD1CBBAA-CD5D-4D88-B4E0-A9B1D1549F4E}" type="pres">
      <dgm:prSet presAssocID="{ECCADC0B-56EB-4F55-AB46-BCF74714CC2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43B7602-970B-45F7-857B-41546B8A00F4}" type="presOf" srcId="{69E590A7-82DB-4DCD-90F7-505D059BA7F7}" destId="{AF512737-1C3F-41F3-AB90-DFDF151ED390}" srcOrd="0" destOrd="0" presId="urn:microsoft.com/office/officeart/2005/8/layout/chevron1"/>
    <dgm:cxn modelId="{5C334C3B-A4C5-4F19-A435-0A09B6715BF1}" srcId="{69E590A7-82DB-4DCD-90F7-505D059BA7F7}" destId="{670C9728-F902-4926-BEA9-C354C6A5F83B}" srcOrd="0" destOrd="0" parTransId="{ACA36D2C-0356-4F85-8171-9CBC4CCD6C9F}" sibTransId="{FB6E6FE0-FA0A-4143-A7B6-39A329D81135}"/>
    <dgm:cxn modelId="{C1D72F78-8FB7-44EA-8117-66B6AC4ED16C}" srcId="{69E590A7-82DB-4DCD-90F7-505D059BA7F7}" destId="{ECCADC0B-56EB-4F55-AB46-BCF74714CC27}" srcOrd="2" destOrd="0" parTransId="{06575DA6-BAF3-4FA6-ACC6-33EAFECACCD2}" sibTransId="{4F31BA8D-0800-4D2C-A82E-3DA2DB6E5FD3}"/>
    <dgm:cxn modelId="{9F006B84-3374-4F64-8772-D9ECC998C1C8}" srcId="{69E590A7-82DB-4DCD-90F7-505D059BA7F7}" destId="{020F0119-0B4F-40F1-95A2-E16F49D568DE}" srcOrd="1" destOrd="0" parTransId="{2B62A1D5-4779-4864-A07E-C3EC81993F2C}" sibTransId="{636BA602-5854-4556-AC70-24A460C244BB}"/>
    <dgm:cxn modelId="{647C7AAB-1511-4CA3-A6F4-EF36C026C737}" type="presOf" srcId="{ECCADC0B-56EB-4F55-AB46-BCF74714CC27}" destId="{AD1CBBAA-CD5D-4D88-B4E0-A9B1D1549F4E}" srcOrd="0" destOrd="0" presId="urn:microsoft.com/office/officeart/2005/8/layout/chevron1"/>
    <dgm:cxn modelId="{F10A2AC6-7279-4B4F-95FC-4A99A407902E}" type="presOf" srcId="{670C9728-F902-4926-BEA9-C354C6A5F83B}" destId="{670EAFA6-3606-486D-82AD-691810CA8416}" srcOrd="0" destOrd="0" presId="urn:microsoft.com/office/officeart/2005/8/layout/chevron1"/>
    <dgm:cxn modelId="{1B1ACAE2-9DCD-40D4-A2C0-B2FC4F10446D}" type="presOf" srcId="{020F0119-0B4F-40F1-95A2-E16F49D568DE}" destId="{4221AA9D-E49F-48E5-8CB9-C0A239E858E6}" srcOrd="0" destOrd="0" presId="urn:microsoft.com/office/officeart/2005/8/layout/chevron1"/>
    <dgm:cxn modelId="{37AA632D-6315-4998-80DC-0261BE4EE532}" type="presParOf" srcId="{AF512737-1C3F-41F3-AB90-DFDF151ED390}" destId="{670EAFA6-3606-486D-82AD-691810CA8416}" srcOrd="0" destOrd="0" presId="urn:microsoft.com/office/officeart/2005/8/layout/chevron1"/>
    <dgm:cxn modelId="{CAF683A7-2EBC-49E9-A436-5F6FC3A7F1C7}" type="presParOf" srcId="{AF512737-1C3F-41F3-AB90-DFDF151ED390}" destId="{058AD380-3436-4AE7-8551-39CE9B9EB06D}" srcOrd="1" destOrd="0" presId="urn:microsoft.com/office/officeart/2005/8/layout/chevron1"/>
    <dgm:cxn modelId="{488AB651-925F-4AE7-BF30-0B70A6BD3E2E}" type="presParOf" srcId="{AF512737-1C3F-41F3-AB90-DFDF151ED390}" destId="{4221AA9D-E49F-48E5-8CB9-C0A239E858E6}" srcOrd="2" destOrd="0" presId="urn:microsoft.com/office/officeart/2005/8/layout/chevron1"/>
    <dgm:cxn modelId="{4C208D45-D2EC-4479-884D-8C71636DCE87}" type="presParOf" srcId="{AF512737-1C3F-41F3-AB90-DFDF151ED390}" destId="{1CE3ADA7-27EF-4181-B656-3999FB3012C8}" srcOrd="3" destOrd="0" presId="urn:microsoft.com/office/officeart/2005/8/layout/chevron1"/>
    <dgm:cxn modelId="{4A6CFA46-EB98-4E05-B85F-234E256D59DE}" type="presParOf" srcId="{AF512737-1C3F-41F3-AB90-DFDF151ED390}" destId="{AD1CBBAA-CD5D-4D88-B4E0-A9B1D1549F4E}" srcOrd="4" destOrd="0" presId="urn:microsoft.com/office/officeart/2005/8/layout/chevron1"/>
  </dgm:cxnLst>
  <dgm:bg/>
  <dgm:whole>
    <a:ln w="9525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1404BB-044E-4BC0-983F-F63D192423E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7852D8-209F-4E91-81B7-00E3F21D04F9}">
      <dgm:prSet phldrT="[Text]"/>
      <dgm:spPr>
        <a:solidFill>
          <a:srgbClr val="92D050"/>
        </a:solidFill>
        <a:ln w="9525"/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EE2B024D-B579-49D2-88D2-8DED26B5BC36}" type="parTrans" cxnId="{3A0C0770-E098-4A5B-A33B-1FDCA541FD94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C46A8E2-9125-4EDE-AE23-E9BBECBF6C9A}" type="sibTrans" cxnId="{3A0C0770-E098-4A5B-A33B-1FDCA541FD94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9B1B66F-363A-46B9-A7EB-C7ADB3EABD6D}">
      <dgm:prSet phldrT="[Text]"/>
      <dgm:spPr>
        <a:solidFill>
          <a:srgbClr val="FFFF99"/>
        </a:solidFill>
        <a:ln w="9525"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4668682F-37A9-4589-966D-B12E0A0B1ED7}" type="parTrans" cxnId="{CF0AAA8E-B019-41FA-B90C-45203285F32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1259CD1-13F1-46A4-9142-A5E361AF7FB5}" type="sibTrans" cxnId="{CF0AAA8E-B019-41FA-B90C-45203285F32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8B36339-9E29-4BB3-BE0C-50F2C4BB3119}">
      <dgm:prSet phldrT="[Text]"/>
      <dgm:spPr>
        <a:noFill/>
        <a:ln w="9525"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FCD4EB8E-777F-4843-B665-48DC75A5D548}" type="parTrans" cxnId="{7253C2BC-F3B3-48A5-BC2A-4711A602158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2D0AEBA5-51F8-4376-9E3B-241137CA1100}" type="sibTrans" cxnId="{7253C2BC-F3B3-48A5-BC2A-4711A602158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2427ECF0-7C7D-440E-A24C-23936724413F}">
      <dgm:prSet phldrT="[Text]"/>
      <dgm:spPr>
        <a:noFill/>
        <a:ln w="9525"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2F5B68F5-73A3-459F-B0C7-1BE3E2E33254}" type="parTrans" cxnId="{251C2E49-355A-489B-9707-4592E689604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9313DC2-763F-41B1-BD96-5B36828835A9}" type="sibTrans" cxnId="{251C2E49-355A-489B-9707-4592E689604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5292362-1659-4ED1-91E5-04DBDAD2A233}">
      <dgm:prSet phldrT="[Text]"/>
      <dgm:spPr>
        <a:noFill/>
        <a:ln w="9525"/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gm:t>
    </dgm:pt>
    <dgm:pt modelId="{1F9B178F-3A88-40CF-AB12-7C51E18DB7F9}" type="parTrans" cxnId="{4103D751-8C32-4B67-B338-E85B4B81D44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688EC8E-4425-44A0-A1CD-9560EA8686E7}" type="sibTrans" cxnId="{4103D751-8C32-4B67-B338-E85B4B81D44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7952500-2567-47B9-8154-503C941C9D22}" type="pres">
      <dgm:prSet presAssocID="{6F1404BB-044E-4BC0-983F-F63D192423E6}" presName="Name0" presStyleCnt="0">
        <dgm:presLayoutVars>
          <dgm:chMax val="7"/>
          <dgm:chPref val="7"/>
          <dgm:dir/>
        </dgm:presLayoutVars>
      </dgm:prSet>
      <dgm:spPr/>
    </dgm:pt>
    <dgm:pt modelId="{4B0CFA0C-0328-4A13-A0D7-0F2C6EB31B31}" type="pres">
      <dgm:prSet presAssocID="{6F1404BB-044E-4BC0-983F-F63D192423E6}" presName="Name1" presStyleCnt="0"/>
      <dgm:spPr/>
    </dgm:pt>
    <dgm:pt modelId="{1ED503ED-CE4D-475D-9E04-3A3F55B61D88}" type="pres">
      <dgm:prSet presAssocID="{6F1404BB-044E-4BC0-983F-F63D192423E6}" presName="cycle" presStyleCnt="0"/>
      <dgm:spPr/>
    </dgm:pt>
    <dgm:pt modelId="{CA992766-C4DA-45F6-B6F7-6D43C2A7C969}" type="pres">
      <dgm:prSet presAssocID="{6F1404BB-044E-4BC0-983F-F63D192423E6}" presName="srcNode" presStyleLbl="node1" presStyleIdx="0" presStyleCnt="5"/>
      <dgm:spPr/>
    </dgm:pt>
    <dgm:pt modelId="{27640FF5-6D76-452C-A46D-90D092D3AA96}" type="pres">
      <dgm:prSet presAssocID="{6F1404BB-044E-4BC0-983F-F63D192423E6}" presName="conn" presStyleLbl="parChTrans1D2" presStyleIdx="0" presStyleCnt="1"/>
      <dgm:spPr/>
    </dgm:pt>
    <dgm:pt modelId="{61B5163E-3BAB-4F11-9FDC-4967FAD9B5C7}" type="pres">
      <dgm:prSet presAssocID="{6F1404BB-044E-4BC0-983F-F63D192423E6}" presName="extraNode" presStyleLbl="node1" presStyleIdx="0" presStyleCnt="5"/>
      <dgm:spPr/>
    </dgm:pt>
    <dgm:pt modelId="{8D98E6D9-AE2E-493E-B3EC-27CD8CA56C90}" type="pres">
      <dgm:prSet presAssocID="{6F1404BB-044E-4BC0-983F-F63D192423E6}" presName="dstNode" presStyleLbl="node1" presStyleIdx="0" presStyleCnt="5"/>
      <dgm:spPr/>
    </dgm:pt>
    <dgm:pt modelId="{34F3B59C-6548-499A-9929-9531569F9CD2}" type="pres">
      <dgm:prSet presAssocID="{1A7852D8-209F-4E91-81B7-00E3F21D04F9}" presName="text_1" presStyleLbl="node1" presStyleIdx="0" presStyleCnt="5">
        <dgm:presLayoutVars>
          <dgm:bulletEnabled val="1"/>
        </dgm:presLayoutVars>
      </dgm:prSet>
      <dgm:spPr/>
    </dgm:pt>
    <dgm:pt modelId="{43F95E0D-68B5-484E-B027-0B8A9BCA600B}" type="pres">
      <dgm:prSet presAssocID="{1A7852D8-209F-4E91-81B7-00E3F21D04F9}" presName="accent_1" presStyleCnt="0"/>
      <dgm:spPr/>
    </dgm:pt>
    <dgm:pt modelId="{AFEAEB17-FF47-4AFE-ACE8-FAC0842B563B}" type="pres">
      <dgm:prSet presAssocID="{1A7852D8-209F-4E91-81B7-00E3F21D04F9}" presName="accentRepeatNode" presStyleLbl="solidFgAcc1" presStyleIdx="0" presStyleCnt="5"/>
      <dgm:spPr>
        <a:ln w="9525">
          <a:solidFill>
            <a:schemeClr val="tx1"/>
          </a:solidFill>
        </a:ln>
      </dgm:spPr>
    </dgm:pt>
    <dgm:pt modelId="{75AD0AFF-98D5-4BF2-995C-52BAA9058460}" type="pres">
      <dgm:prSet presAssocID="{D9B1B66F-363A-46B9-A7EB-C7ADB3EABD6D}" presName="text_2" presStyleLbl="node1" presStyleIdx="1" presStyleCnt="5">
        <dgm:presLayoutVars>
          <dgm:bulletEnabled val="1"/>
        </dgm:presLayoutVars>
      </dgm:prSet>
      <dgm:spPr/>
    </dgm:pt>
    <dgm:pt modelId="{74E1D39C-89CA-4869-AAC8-83BBE5CA169B}" type="pres">
      <dgm:prSet presAssocID="{D9B1B66F-363A-46B9-A7EB-C7ADB3EABD6D}" presName="accent_2" presStyleCnt="0"/>
      <dgm:spPr/>
    </dgm:pt>
    <dgm:pt modelId="{58484CA6-7F2D-47C1-A70B-01767F82EC2B}" type="pres">
      <dgm:prSet presAssocID="{D9B1B66F-363A-46B9-A7EB-C7ADB3EABD6D}" presName="accentRepeatNode" presStyleLbl="solidFgAcc1" presStyleIdx="1" presStyleCnt="5"/>
      <dgm:spPr>
        <a:ln w="9525">
          <a:solidFill>
            <a:schemeClr val="tx1"/>
          </a:solidFill>
        </a:ln>
      </dgm:spPr>
    </dgm:pt>
    <dgm:pt modelId="{130033A2-E8CF-47EF-AE35-0D75608A0FD9}" type="pres">
      <dgm:prSet presAssocID="{58B36339-9E29-4BB3-BE0C-50F2C4BB3119}" presName="text_3" presStyleLbl="node1" presStyleIdx="2" presStyleCnt="5">
        <dgm:presLayoutVars>
          <dgm:bulletEnabled val="1"/>
        </dgm:presLayoutVars>
      </dgm:prSet>
      <dgm:spPr/>
    </dgm:pt>
    <dgm:pt modelId="{6AD79664-53AE-4F9C-8032-2718DBE234A9}" type="pres">
      <dgm:prSet presAssocID="{58B36339-9E29-4BB3-BE0C-50F2C4BB3119}" presName="accent_3" presStyleCnt="0"/>
      <dgm:spPr/>
    </dgm:pt>
    <dgm:pt modelId="{25578A18-90A0-4280-8E07-EA6F11CD40DF}" type="pres">
      <dgm:prSet presAssocID="{58B36339-9E29-4BB3-BE0C-50F2C4BB3119}" presName="accentRepeatNode" presStyleLbl="solidFgAcc1" presStyleIdx="2" presStyleCnt="5"/>
      <dgm:spPr>
        <a:ln w="9525">
          <a:solidFill>
            <a:schemeClr val="tx1"/>
          </a:solidFill>
        </a:ln>
      </dgm:spPr>
    </dgm:pt>
    <dgm:pt modelId="{54A9CDF1-D801-4B6F-9871-C181468C5AA2}" type="pres">
      <dgm:prSet presAssocID="{2427ECF0-7C7D-440E-A24C-23936724413F}" presName="text_4" presStyleLbl="node1" presStyleIdx="3" presStyleCnt="5">
        <dgm:presLayoutVars>
          <dgm:bulletEnabled val="1"/>
        </dgm:presLayoutVars>
      </dgm:prSet>
      <dgm:spPr/>
    </dgm:pt>
    <dgm:pt modelId="{E0598EBF-AD61-4374-8B99-673D7C711C84}" type="pres">
      <dgm:prSet presAssocID="{2427ECF0-7C7D-440E-A24C-23936724413F}" presName="accent_4" presStyleCnt="0"/>
      <dgm:spPr/>
    </dgm:pt>
    <dgm:pt modelId="{B165FFDE-ACA4-4B50-8C69-7D97E781B2BD}" type="pres">
      <dgm:prSet presAssocID="{2427ECF0-7C7D-440E-A24C-23936724413F}" presName="accentRepeatNode" presStyleLbl="solidFgAcc1" presStyleIdx="3" presStyleCnt="5"/>
      <dgm:spPr>
        <a:ln w="9525">
          <a:solidFill>
            <a:schemeClr val="tx1"/>
          </a:solidFill>
        </a:ln>
      </dgm:spPr>
    </dgm:pt>
    <dgm:pt modelId="{141B4F60-3144-4FAF-B288-F37C2797709D}" type="pres">
      <dgm:prSet presAssocID="{35292362-1659-4ED1-91E5-04DBDAD2A233}" presName="text_5" presStyleLbl="node1" presStyleIdx="4" presStyleCnt="5">
        <dgm:presLayoutVars>
          <dgm:bulletEnabled val="1"/>
        </dgm:presLayoutVars>
      </dgm:prSet>
      <dgm:spPr/>
    </dgm:pt>
    <dgm:pt modelId="{E597B80B-D4E2-4EB3-8B7F-EBFE586A065C}" type="pres">
      <dgm:prSet presAssocID="{35292362-1659-4ED1-91E5-04DBDAD2A233}" presName="accent_5" presStyleCnt="0"/>
      <dgm:spPr/>
    </dgm:pt>
    <dgm:pt modelId="{19854605-D0CA-42E3-830C-C43CEE08CE2B}" type="pres">
      <dgm:prSet presAssocID="{35292362-1659-4ED1-91E5-04DBDAD2A233}" presName="accentRepeatNode" presStyleLbl="solidFgAcc1" presStyleIdx="4" presStyleCnt="5"/>
      <dgm:spPr>
        <a:ln w="9525">
          <a:solidFill>
            <a:schemeClr val="tx1"/>
          </a:solidFill>
        </a:ln>
      </dgm:spPr>
    </dgm:pt>
  </dgm:ptLst>
  <dgm:cxnLst>
    <dgm:cxn modelId="{251C2E49-355A-489B-9707-4592E6896048}" srcId="{6F1404BB-044E-4BC0-983F-F63D192423E6}" destId="{2427ECF0-7C7D-440E-A24C-23936724413F}" srcOrd="3" destOrd="0" parTransId="{2F5B68F5-73A3-459F-B0C7-1BE3E2E33254}" sibTransId="{A9313DC2-763F-41B1-BD96-5B36828835A9}"/>
    <dgm:cxn modelId="{B8AE4E6C-1EB9-4B07-927C-9818EC45376E}" type="presOf" srcId="{5C46A8E2-9125-4EDE-AE23-E9BBECBF6C9A}" destId="{27640FF5-6D76-452C-A46D-90D092D3AA96}" srcOrd="0" destOrd="0" presId="urn:microsoft.com/office/officeart/2008/layout/VerticalCurvedList"/>
    <dgm:cxn modelId="{3A0C0770-E098-4A5B-A33B-1FDCA541FD94}" srcId="{6F1404BB-044E-4BC0-983F-F63D192423E6}" destId="{1A7852D8-209F-4E91-81B7-00E3F21D04F9}" srcOrd="0" destOrd="0" parTransId="{EE2B024D-B579-49D2-88D2-8DED26B5BC36}" sibTransId="{5C46A8E2-9125-4EDE-AE23-E9BBECBF6C9A}"/>
    <dgm:cxn modelId="{16A59450-43FC-41DB-8B59-61B601566E5E}" type="presOf" srcId="{35292362-1659-4ED1-91E5-04DBDAD2A233}" destId="{141B4F60-3144-4FAF-B288-F37C2797709D}" srcOrd="0" destOrd="0" presId="urn:microsoft.com/office/officeart/2008/layout/VerticalCurvedList"/>
    <dgm:cxn modelId="{4103D751-8C32-4B67-B338-E85B4B81D44C}" srcId="{6F1404BB-044E-4BC0-983F-F63D192423E6}" destId="{35292362-1659-4ED1-91E5-04DBDAD2A233}" srcOrd="4" destOrd="0" parTransId="{1F9B178F-3A88-40CF-AB12-7C51E18DB7F9}" sibTransId="{8688EC8E-4425-44A0-A1CD-9560EA8686E7}"/>
    <dgm:cxn modelId="{09402F72-9D80-4D46-B537-4B7B4762F034}" type="presOf" srcId="{1A7852D8-209F-4E91-81B7-00E3F21D04F9}" destId="{34F3B59C-6548-499A-9929-9531569F9CD2}" srcOrd="0" destOrd="0" presId="urn:microsoft.com/office/officeart/2008/layout/VerticalCurvedList"/>
    <dgm:cxn modelId="{39A9B37A-F7A7-4625-A0E5-84B0ECE7EAB2}" type="presOf" srcId="{6F1404BB-044E-4BC0-983F-F63D192423E6}" destId="{D7952500-2567-47B9-8154-503C941C9D22}" srcOrd="0" destOrd="0" presId="urn:microsoft.com/office/officeart/2008/layout/VerticalCurvedList"/>
    <dgm:cxn modelId="{CF0AAA8E-B019-41FA-B90C-45203285F32B}" srcId="{6F1404BB-044E-4BC0-983F-F63D192423E6}" destId="{D9B1B66F-363A-46B9-A7EB-C7ADB3EABD6D}" srcOrd="1" destOrd="0" parTransId="{4668682F-37A9-4589-966D-B12E0A0B1ED7}" sibTransId="{51259CD1-13F1-46A4-9142-A5E361AF7FB5}"/>
    <dgm:cxn modelId="{AFA32E9A-85D0-4F56-A5CC-D70513B97276}" type="presOf" srcId="{2427ECF0-7C7D-440E-A24C-23936724413F}" destId="{54A9CDF1-D801-4B6F-9871-C181468C5AA2}" srcOrd="0" destOrd="0" presId="urn:microsoft.com/office/officeart/2008/layout/VerticalCurvedList"/>
    <dgm:cxn modelId="{7253C2BC-F3B3-48A5-BC2A-4711A602158C}" srcId="{6F1404BB-044E-4BC0-983F-F63D192423E6}" destId="{58B36339-9E29-4BB3-BE0C-50F2C4BB3119}" srcOrd="2" destOrd="0" parTransId="{FCD4EB8E-777F-4843-B665-48DC75A5D548}" sibTransId="{2D0AEBA5-51F8-4376-9E3B-241137CA1100}"/>
    <dgm:cxn modelId="{B52E96C6-48B9-41B9-A9AE-553906EB87D0}" type="presOf" srcId="{58B36339-9E29-4BB3-BE0C-50F2C4BB3119}" destId="{130033A2-E8CF-47EF-AE35-0D75608A0FD9}" srcOrd="0" destOrd="0" presId="urn:microsoft.com/office/officeart/2008/layout/VerticalCurvedList"/>
    <dgm:cxn modelId="{58E3F2F2-FA2E-4D2E-820C-55E885D10AE9}" type="presOf" srcId="{D9B1B66F-363A-46B9-A7EB-C7ADB3EABD6D}" destId="{75AD0AFF-98D5-4BF2-995C-52BAA9058460}" srcOrd="0" destOrd="0" presId="urn:microsoft.com/office/officeart/2008/layout/VerticalCurvedList"/>
    <dgm:cxn modelId="{3B10D30D-4D80-4878-BFA3-361EEAF5B27B}" type="presParOf" srcId="{D7952500-2567-47B9-8154-503C941C9D22}" destId="{4B0CFA0C-0328-4A13-A0D7-0F2C6EB31B31}" srcOrd="0" destOrd="0" presId="urn:microsoft.com/office/officeart/2008/layout/VerticalCurvedList"/>
    <dgm:cxn modelId="{8609939F-6011-451E-833D-9DBD3FCDCBD7}" type="presParOf" srcId="{4B0CFA0C-0328-4A13-A0D7-0F2C6EB31B31}" destId="{1ED503ED-CE4D-475D-9E04-3A3F55B61D88}" srcOrd="0" destOrd="0" presId="urn:microsoft.com/office/officeart/2008/layout/VerticalCurvedList"/>
    <dgm:cxn modelId="{DC7204BF-75E9-4C94-A739-02B74F9E49CB}" type="presParOf" srcId="{1ED503ED-CE4D-475D-9E04-3A3F55B61D88}" destId="{CA992766-C4DA-45F6-B6F7-6D43C2A7C969}" srcOrd="0" destOrd="0" presId="urn:microsoft.com/office/officeart/2008/layout/VerticalCurvedList"/>
    <dgm:cxn modelId="{B67F0851-B006-4913-B0AC-83182C244786}" type="presParOf" srcId="{1ED503ED-CE4D-475D-9E04-3A3F55B61D88}" destId="{27640FF5-6D76-452C-A46D-90D092D3AA96}" srcOrd="1" destOrd="0" presId="urn:microsoft.com/office/officeart/2008/layout/VerticalCurvedList"/>
    <dgm:cxn modelId="{BF89459C-A14D-47E4-A8A1-26091AAEAC2F}" type="presParOf" srcId="{1ED503ED-CE4D-475D-9E04-3A3F55B61D88}" destId="{61B5163E-3BAB-4F11-9FDC-4967FAD9B5C7}" srcOrd="2" destOrd="0" presId="urn:microsoft.com/office/officeart/2008/layout/VerticalCurvedList"/>
    <dgm:cxn modelId="{09C262AF-57B0-40EE-83E1-056B25820108}" type="presParOf" srcId="{1ED503ED-CE4D-475D-9E04-3A3F55B61D88}" destId="{8D98E6D9-AE2E-493E-B3EC-27CD8CA56C90}" srcOrd="3" destOrd="0" presId="urn:microsoft.com/office/officeart/2008/layout/VerticalCurvedList"/>
    <dgm:cxn modelId="{BF6BE790-1716-48BB-A63D-B42EF91CDF71}" type="presParOf" srcId="{4B0CFA0C-0328-4A13-A0D7-0F2C6EB31B31}" destId="{34F3B59C-6548-499A-9929-9531569F9CD2}" srcOrd="1" destOrd="0" presId="urn:microsoft.com/office/officeart/2008/layout/VerticalCurvedList"/>
    <dgm:cxn modelId="{396B3C54-1FF4-4A7C-A3D0-330BCCF723EF}" type="presParOf" srcId="{4B0CFA0C-0328-4A13-A0D7-0F2C6EB31B31}" destId="{43F95E0D-68B5-484E-B027-0B8A9BCA600B}" srcOrd="2" destOrd="0" presId="urn:microsoft.com/office/officeart/2008/layout/VerticalCurvedList"/>
    <dgm:cxn modelId="{566C90CE-115A-42AF-8346-5911E66ECECE}" type="presParOf" srcId="{43F95E0D-68B5-484E-B027-0B8A9BCA600B}" destId="{AFEAEB17-FF47-4AFE-ACE8-FAC0842B563B}" srcOrd="0" destOrd="0" presId="urn:microsoft.com/office/officeart/2008/layout/VerticalCurvedList"/>
    <dgm:cxn modelId="{A440DE2A-9E7C-4749-BD4E-44270827D645}" type="presParOf" srcId="{4B0CFA0C-0328-4A13-A0D7-0F2C6EB31B31}" destId="{75AD0AFF-98D5-4BF2-995C-52BAA9058460}" srcOrd="3" destOrd="0" presId="urn:microsoft.com/office/officeart/2008/layout/VerticalCurvedList"/>
    <dgm:cxn modelId="{DB52AA54-2440-4B4D-AAFA-BA6A969329DF}" type="presParOf" srcId="{4B0CFA0C-0328-4A13-A0D7-0F2C6EB31B31}" destId="{74E1D39C-89CA-4869-AAC8-83BBE5CA169B}" srcOrd="4" destOrd="0" presId="urn:microsoft.com/office/officeart/2008/layout/VerticalCurvedList"/>
    <dgm:cxn modelId="{69E3890D-83B5-478C-B87D-C19D3EBE2F85}" type="presParOf" srcId="{74E1D39C-89CA-4869-AAC8-83BBE5CA169B}" destId="{58484CA6-7F2D-47C1-A70B-01767F82EC2B}" srcOrd="0" destOrd="0" presId="urn:microsoft.com/office/officeart/2008/layout/VerticalCurvedList"/>
    <dgm:cxn modelId="{2540F2F3-5BA9-490F-B85D-C4F5B9402020}" type="presParOf" srcId="{4B0CFA0C-0328-4A13-A0D7-0F2C6EB31B31}" destId="{130033A2-E8CF-47EF-AE35-0D75608A0FD9}" srcOrd="5" destOrd="0" presId="urn:microsoft.com/office/officeart/2008/layout/VerticalCurvedList"/>
    <dgm:cxn modelId="{52C471E8-7B3C-4DF3-AE8B-5BE922513D75}" type="presParOf" srcId="{4B0CFA0C-0328-4A13-A0D7-0F2C6EB31B31}" destId="{6AD79664-53AE-4F9C-8032-2718DBE234A9}" srcOrd="6" destOrd="0" presId="urn:microsoft.com/office/officeart/2008/layout/VerticalCurvedList"/>
    <dgm:cxn modelId="{B241BE75-DB71-487A-8312-416EA02853DA}" type="presParOf" srcId="{6AD79664-53AE-4F9C-8032-2718DBE234A9}" destId="{25578A18-90A0-4280-8E07-EA6F11CD40DF}" srcOrd="0" destOrd="0" presId="urn:microsoft.com/office/officeart/2008/layout/VerticalCurvedList"/>
    <dgm:cxn modelId="{EDB27949-2DB0-4729-AAC5-FADE7CD98116}" type="presParOf" srcId="{4B0CFA0C-0328-4A13-A0D7-0F2C6EB31B31}" destId="{54A9CDF1-D801-4B6F-9871-C181468C5AA2}" srcOrd="7" destOrd="0" presId="urn:microsoft.com/office/officeart/2008/layout/VerticalCurvedList"/>
    <dgm:cxn modelId="{44976981-2020-4936-AB49-6D3E3BE79654}" type="presParOf" srcId="{4B0CFA0C-0328-4A13-A0D7-0F2C6EB31B31}" destId="{E0598EBF-AD61-4374-8B99-673D7C711C84}" srcOrd="8" destOrd="0" presId="urn:microsoft.com/office/officeart/2008/layout/VerticalCurvedList"/>
    <dgm:cxn modelId="{9EB6AA01-FDCA-4BA6-AF7E-9E24BCFC579B}" type="presParOf" srcId="{E0598EBF-AD61-4374-8B99-673D7C711C84}" destId="{B165FFDE-ACA4-4B50-8C69-7D97E781B2BD}" srcOrd="0" destOrd="0" presId="urn:microsoft.com/office/officeart/2008/layout/VerticalCurvedList"/>
    <dgm:cxn modelId="{BFB8D0FB-E31B-4F15-A784-6C7A1E58907C}" type="presParOf" srcId="{4B0CFA0C-0328-4A13-A0D7-0F2C6EB31B31}" destId="{141B4F60-3144-4FAF-B288-F37C2797709D}" srcOrd="9" destOrd="0" presId="urn:microsoft.com/office/officeart/2008/layout/VerticalCurvedList"/>
    <dgm:cxn modelId="{705B25E0-ECD6-4DB9-B015-284A1DBEA5C0}" type="presParOf" srcId="{4B0CFA0C-0328-4A13-A0D7-0F2C6EB31B31}" destId="{E597B80B-D4E2-4EB3-8B7F-EBFE586A065C}" srcOrd="10" destOrd="0" presId="urn:microsoft.com/office/officeart/2008/layout/VerticalCurvedList"/>
    <dgm:cxn modelId="{EFF8F18A-A6F4-4257-A162-12801381578E}" type="presParOf" srcId="{E597B80B-D4E2-4EB3-8B7F-EBFE586A065C}" destId="{19854605-D0CA-42E3-830C-C43CEE08CE2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EAFA6-3606-486D-82AD-691810CA8416}">
      <dsp:nvSpPr>
        <dsp:cNvPr id="0" name=""/>
        <dsp:cNvSpPr/>
      </dsp:nvSpPr>
      <dsp:spPr>
        <a:xfrm>
          <a:off x="3360" y="0"/>
          <a:ext cx="4094114" cy="432000"/>
        </a:xfrm>
        <a:prstGeom prst="chevron">
          <a:avLst/>
        </a:prstGeom>
        <a:solidFill>
          <a:srgbClr val="92D050"/>
        </a:solidFill>
        <a:ln w="952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219360" y="0"/>
        <a:ext cx="3662114" cy="432000"/>
      </dsp:txXfrm>
    </dsp:sp>
    <dsp:sp modelId="{4221AA9D-E49F-48E5-8CB9-C0A239E858E6}">
      <dsp:nvSpPr>
        <dsp:cNvPr id="0" name=""/>
        <dsp:cNvSpPr/>
      </dsp:nvSpPr>
      <dsp:spPr>
        <a:xfrm>
          <a:off x="3688063" y="0"/>
          <a:ext cx="4094114" cy="432000"/>
        </a:xfrm>
        <a:prstGeom prst="chevron">
          <a:avLst/>
        </a:prstGeom>
        <a:solidFill>
          <a:srgbClr val="FFFF99"/>
        </a:solidFill>
        <a:ln w="952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3904063" y="0"/>
        <a:ext cx="3662114" cy="432000"/>
      </dsp:txXfrm>
    </dsp:sp>
    <dsp:sp modelId="{AD1CBBAA-CD5D-4D88-B4E0-A9B1D1549F4E}">
      <dsp:nvSpPr>
        <dsp:cNvPr id="0" name=""/>
        <dsp:cNvSpPr/>
      </dsp:nvSpPr>
      <dsp:spPr>
        <a:xfrm>
          <a:off x="7372766" y="0"/>
          <a:ext cx="4094114" cy="43200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7588766" y="0"/>
        <a:ext cx="3662114" cy="432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40FF5-6D76-452C-A46D-90D092D3AA96}">
      <dsp:nvSpPr>
        <dsp:cNvPr id="0" name=""/>
        <dsp:cNvSpPr/>
      </dsp:nvSpPr>
      <dsp:spPr>
        <a:xfrm>
          <a:off x="-5230466" y="-801116"/>
          <a:ext cx="6228493" cy="6228493"/>
        </a:xfrm>
        <a:prstGeom prst="blockArc">
          <a:avLst>
            <a:gd name="adj1" fmla="val 18900000"/>
            <a:gd name="adj2" fmla="val 2700000"/>
            <a:gd name="adj3" fmla="val 347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3B59C-6548-499A-9929-9531569F9CD2}">
      <dsp:nvSpPr>
        <dsp:cNvPr id="0" name=""/>
        <dsp:cNvSpPr/>
      </dsp:nvSpPr>
      <dsp:spPr>
        <a:xfrm>
          <a:off x="436494" y="289048"/>
          <a:ext cx="3447660" cy="578467"/>
        </a:xfrm>
        <a:prstGeom prst="rect">
          <a:avLst/>
        </a:prstGeom>
        <a:solidFill>
          <a:srgbClr val="92D050"/>
        </a:solidFill>
        <a:ln w="952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1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  <a:endParaRPr lang="en-US" sz="2200" kern="1200" dirty="0">
            <a:solidFill>
              <a:schemeClr val="tx1"/>
            </a:solidFill>
            <a:latin typeface="+mn-lt"/>
          </a:endParaRPr>
        </a:p>
      </dsp:txBody>
      <dsp:txXfrm>
        <a:off x="436494" y="289048"/>
        <a:ext cx="3447660" cy="578467"/>
      </dsp:txXfrm>
    </dsp:sp>
    <dsp:sp modelId="{AFEAEB17-FF47-4AFE-ACE8-FAC0842B563B}">
      <dsp:nvSpPr>
        <dsp:cNvPr id="0" name=""/>
        <dsp:cNvSpPr/>
      </dsp:nvSpPr>
      <dsp:spPr>
        <a:xfrm>
          <a:off x="74952" y="216740"/>
          <a:ext cx="723084" cy="723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D0AFF-98D5-4BF2-995C-52BAA9058460}">
      <dsp:nvSpPr>
        <dsp:cNvPr id="0" name=""/>
        <dsp:cNvSpPr/>
      </dsp:nvSpPr>
      <dsp:spPr>
        <a:xfrm>
          <a:off x="851007" y="1156472"/>
          <a:ext cx="3033147" cy="578467"/>
        </a:xfrm>
        <a:prstGeom prst="rect">
          <a:avLst/>
        </a:prstGeom>
        <a:solidFill>
          <a:srgbClr val="FFFF99"/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1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  <a:endParaRPr lang="en-US" sz="2200" kern="1200" dirty="0">
            <a:solidFill>
              <a:schemeClr val="tx1"/>
            </a:solidFill>
            <a:latin typeface="+mn-lt"/>
          </a:endParaRPr>
        </a:p>
      </dsp:txBody>
      <dsp:txXfrm>
        <a:off x="851007" y="1156472"/>
        <a:ext cx="3033147" cy="578467"/>
      </dsp:txXfrm>
    </dsp:sp>
    <dsp:sp modelId="{58484CA6-7F2D-47C1-A70B-01767F82EC2B}">
      <dsp:nvSpPr>
        <dsp:cNvPr id="0" name=""/>
        <dsp:cNvSpPr/>
      </dsp:nvSpPr>
      <dsp:spPr>
        <a:xfrm>
          <a:off x="489465" y="1084164"/>
          <a:ext cx="723084" cy="723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033A2-E8CF-47EF-AE35-0D75608A0FD9}">
      <dsp:nvSpPr>
        <dsp:cNvPr id="0" name=""/>
        <dsp:cNvSpPr/>
      </dsp:nvSpPr>
      <dsp:spPr>
        <a:xfrm>
          <a:off x="978229" y="2023896"/>
          <a:ext cx="2905925" cy="578467"/>
        </a:xfrm>
        <a:prstGeom prst="rect">
          <a:avLst/>
        </a:prstGeom>
        <a:noFill/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1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978229" y="2023896"/>
        <a:ext cx="2905925" cy="578467"/>
      </dsp:txXfrm>
    </dsp:sp>
    <dsp:sp modelId="{25578A18-90A0-4280-8E07-EA6F11CD40DF}">
      <dsp:nvSpPr>
        <dsp:cNvPr id="0" name=""/>
        <dsp:cNvSpPr/>
      </dsp:nvSpPr>
      <dsp:spPr>
        <a:xfrm>
          <a:off x="616687" y="1951587"/>
          <a:ext cx="723084" cy="723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9CDF1-D801-4B6F-9871-C181468C5AA2}">
      <dsp:nvSpPr>
        <dsp:cNvPr id="0" name=""/>
        <dsp:cNvSpPr/>
      </dsp:nvSpPr>
      <dsp:spPr>
        <a:xfrm>
          <a:off x="851007" y="2891319"/>
          <a:ext cx="3033147" cy="578467"/>
        </a:xfrm>
        <a:prstGeom prst="rect">
          <a:avLst/>
        </a:prstGeom>
        <a:noFill/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1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851007" y="2891319"/>
        <a:ext cx="3033147" cy="578467"/>
      </dsp:txXfrm>
    </dsp:sp>
    <dsp:sp modelId="{B165FFDE-ACA4-4B50-8C69-7D97E781B2BD}">
      <dsp:nvSpPr>
        <dsp:cNvPr id="0" name=""/>
        <dsp:cNvSpPr/>
      </dsp:nvSpPr>
      <dsp:spPr>
        <a:xfrm>
          <a:off x="489465" y="2819011"/>
          <a:ext cx="723084" cy="723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B4F60-3144-4FAF-B288-F37C2797709D}">
      <dsp:nvSpPr>
        <dsp:cNvPr id="0" name=""/>
        <dsp:cNvSpPr/>
      </dsp:nvSpPr>
      <dsp:spPr>
        <a:xfrm>
          <a:off x="436494" y="3758743"/>
          <a:ext cx="3447660" cy="578467"/>
        </a:xfrm>
        <a:prstGeom prst="rect">
          <a:avLst/>
        </a:prstGeom>
        <a:noFill/>
        <a:ln w="952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1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&lt;Operation Name&gt;</a:t>
          </a:r>
        </a:p>
      </dsp:txBody>
      <dsp:txXfrm>
        <a:off x="436494" y="3758743"/>
        <a:ext cx="3447660" cy="578467"/>
      </dsp:txXfrm>
    </dsp:sp>
    <dsp:sp modelId="{19854605-D0CA-42E3-830C-C43CEE08CE2B}">
      <dsp:nvSpPr>
        <dsp:cNvPr id="0" name=""/>
        <dsp:cNvSpPr/>
      </dsp:nvSpPr>
      <dsp:spPr>
        <a:xfrm>
          <a:off x="74952" y="3686435"/>
          <a:ext cx="723084" cy="7230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C43D160-D62A-4F00-84F9-FFF55873473D}" type="datetimeFigureOut">
              <a:rPr lang="en-US"/>
              <a:pPr>
                <a:defRPr/>
              </a:pPr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C1813F0-4327-4BAD-AD61-07FF73282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43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CFE820-C614-4C73-AF1B-4BECE2C4C2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093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8081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720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88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420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9843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CFE820-C614-4C73-AF1B-4BECE2C4C202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140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372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9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528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043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581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85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610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94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374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95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8837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101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644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10E0C-4AC0-46E1-B628-B4F0473CB624}" type="slidenum">
              <a:rPr lang="en-US" altLang="en-US" smtClean="0"/>
              <a:pPr/>
              <a:t>102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453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CFE820-C614-4C73-AF1B-4BECE2C4C202}" type="slidenum">
              <a:rPr lang="en-US" altLang="en-US" smtClean="0"/>
              <a:pPr>
                <a:defRPr/>
              </a:pPr>
              <a:t>137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091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A03575-BB31-4C19-BEC0-BE0A8888F664}" type="slidenum">
              <a:rPr lang="en-US" altLang="en-US" smtClean="0"/>
              <a:pPr/>
              <a:t>142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65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A03575-BB31-4C19-BEC0-BE0A8888F664}" type="slidenum">
              <a:rPr lang="en-US" altLang="en-US" smtClean="0"/>
              <a:pPr/>
              <a:t>143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512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6"/>
            <a:ext cx="10972800" cy="1470025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10972799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13486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5389"/>
            <a:ext cx="10937875" cy="639763"/>
          </a:xfrm>
          <a:prstGeom prst="rect">
            <a:avLst/>
          </a:prstGeom>
        </p:spPr>
        <p:txBody>
          <a:bodyPr/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519738"/>
            <a:ext cx="10937875" cy="500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990600" y="152400"/>
            <a:ext cx="10236200" cy="4264025"/>
            <a:chOff x="1524000" y="533400"/>
            <a:chExt cx="8777461" cy="3470503"/>
          </a:xfrm>
        </p:grpSpPr>
        <p:grpSp>
          <p:nvGrpSpPr>
            <p:cNvPr id="27" name="Group 26"/>
            <p:cNvGrpSpPr/>
            <p:nvPr/>
          </p:nvGrpSpPr>
          <p:grpSpPr>
            <a:xfrm>
              <a:off x="1543512" y="1732252"/>
              <a:ext cx="6977033" cy="1186937"/>
              <a:chOff x="1524000" y="2446900"/>
              <a:chExt cx="7319753" cy="1196410"/>
            </a:xfrm>
          </p:grpSpPr>
          <p:pic>
            <p:nvPicPr>
              <p:cNvPr id="44" name="Picture 9" descr="C:\Users\332261\Desktop\WOWSlider_files\12_002.jpg"/>
              <p:cNvPicPr>
                <a:picLocks noChangeAspect="1" noChangeArrowheads="1"/>
              </p:cNvPicPr>
              <p:nvPr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3385551" y="2446900"/>
                <a:ext cx="1800000" cy="11907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524000" y="2446900"/>
                <a:ext cx="1800000" cy="1196410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2709" y="2446900"/>
                <a:ext cx="1781044" cy="1187329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2133" y="2446900"/>
                <a:ext cx="1730694" cy="1193586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524000" y="533400"/>
              <a:ext cx="6980464" cy="1050149"/>
              <a:chOff x="1503530" y="1288383"/>
              <a:chExt cx="7323352" cy="1058530"/>
            </a:xfrm>
          </p:grpSpPr>
          <p:pic>
            <p:nvPicPr>
              <p:cNvPr id="40" name="Picture 16"/>
              <p:cNvPicPr>
                <a:picLocks noChangeAspect="1" noChangeArrowheads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3385551" y="1288383"/>
                <a:ext cx="1800000" cy="105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19" descr="C:\Users\332261\Desktop\WOWSlider_files\9_002.jpg"/>
              <p:cNvPicPr>
                <a:picLocks noChangeAspect="1" noChangeArrowheads="1"/>
              </p:cNvPicPr>
              <p:nvPr/>
            </p:nvPicPr>
            <p:blipFill rotWithShape="1"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272437" y="1288383"/>
                <a:ext cx="1770988" cy="1051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4" descr="P-24"/>
              <p:cNvPicPr>
                <a:picLocks noChangeAspect="1" noChangeArrowheads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03530" y="1288384"/>
                <a:ext cx="1839413" cy="1051240"/>
              </a:xfrm>
              <a:prstGeom prst="rect">
                <a:avLst/>
              </a:prstGeom>
              <a:noFill/>
            </p:spPr>
          </p:pic>
          <p:pic>
            <p:nvPicPr>
              <p:cNvPr id="43" name="Picture 21" descr="C:\Users\332261\Desktop\WOWSlider_files\4a_002.jpg"/>
              <p:cNvPicPr>
                <a:picLocks noChangeAspect="1" noChangeArrowheads="1"/>
              </p:cNvPicPr>
              <p:nvPr/>
            </p:nvPicPr>
            <p:blipFill rotWithShape="1"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/>
            </p:blipFill>
            <p:spPr bwMode="auto">
              <a:xfrm>
                <a:off x="7108172" y="1288383"/>
                <a:ext cx="1718710" cy="10585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04"/>
            <a:stretch/>
          </p:blipFill>
          <p:spPr>
            <a:xfrm>
              <a:off x="8577622" y="1703691"/>
              <a:ext cx="1723839" cy="1206489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5276"/>
            <a:stretch/>
          </p:blipFill>
          <p:spPr>
            <a:xfrm>
              <a:off x="8577623" y="533400"/>
              <a:ext cx="1709377" cy="1071490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524000" y="2971800"/>
              <a:ext cx="8763001" cy="1032103"/>
              <a:chOff x="1524000" y="3049220"/>
              <a:chExt cx="8763001" cy="1032103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86964" y="3067892"/>
                <a:ext cx="1626270" cy="1013431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1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41"/>
              <a:stretch/>
            </p:blipFill>
            <p:spPr>
              <a:xfrm flipH="1">
                <a:off x="6774818" y="3049220"/>
                <a:ext cx="1704276" cy="1032103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17902" y="3067892"/>
                <a:ext cx="1715722" cy="1013431"/>
              </a:xfrm>
              <a:prstGeom prst="rect">
                <a:avLst/>
              </a:prstGeom>
            </p:spPr>
          </p:pic>
          <p:pic>
            <p:nvPicPr>
              <p:cNvPr id="38" name="Picture 37" descr="pinka2.JPG"/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61078" y="3064811"/>
                <a:ext cx="1725923" cy="1016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39" name="Picture 4" descr="C:\Documents and Settings\926147\My Documents\My Pictures\alg_submarine.jpg"/>
              <p:cNvPicPr>
                <a:picLocks noChangeAspect="1" noChangeArrowheads="1"/>
              </p:cNvPicPr>
              <p:nvPr/>
            </p:nvPicPr>
            <p:blipFill rotWithShape="1">
              <a:blip r:embed="rId16"/>
              <a:srcRect t="16824" b="25549"/>
              <a:stretch/>
            </p:blipFill>
            <p:spPr bwMode="auto">
              <a:xfrm>
                <a:off x="1524000" y="3079232"/>
                <a:ext cx="1751834" cy="1002091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  <p:grpSp>
          <p:nvGrpSpPr>
            <p:cNvPr id="32" name="Group 31"/>
            <p:cNvGrpSpPr/>
            <p:nvPr/>
          </p:nvGrpSpPr>
          <p:grpSpPr>
            <a:xfrm>
              <a:off x="4561147" y="849174"/>
              <a:ext cx="2688706" cy="2798444"/>
              <a:chOff x="4567863" y="1585367"/>
              <a:chExt cx="3050970" cy="305097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4567863" y="1585367"/>
                <a:ext cx="3050970" cy="305097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"/>
              <p:cNvPicPr>
                <a:picLocks noChangeAspect="1" noChangeArrowheads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77" t="6777" r="6777" b="6777"/>
              <a:stretch/>
            </p:blipFill>
            <p:spPr>
              <a:xfrm>
                <a:off x="4716738" y="1719019"/>
                <a:ext cx="2753221" cy="2751634"/>
              </a:xfrm>
              <a:prstGeom prst="ellips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8270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1"/>
            <a:ext cx="109728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10972800" cy="150018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20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11430000" cy="457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en-US" dirty="0" smtClean="0"/>
            </a:lvl1pPr>
            <a:lvl2pPr>
              <a:defRPr lang="en-US" altLang="en-US" dirty="0" smtClean="0"/>
            </a:lvl2pPr>
            <a:lvl3pPr>
              <a:defRPr lang="en-US" altLang="en-US" dirty="0" smtClean="0"/>
            </a:lvl3pPr>
            <a:lvl4pPr>
              <a:defRPr lang="en-US" altLang="en-US" dirty="0" smtClean="0"/>
            </a:lvl4pPr>
            <a:lvl5pPr>
              <a:defRPr lang="en-US" altLang="en-US" dirty="0"/>
            </a:lvl5pPr>
          </a:lstStyle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87D503-6D4F-4ECE-BD71-C9A05F802D67}"/>
              </a:ext>
            </a:extLst>
          </p:cNvPr>
          <p:cNvGrpSpPr/>
          <p:nvPr userDrawn="1"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8" name="Round Diagonal Corner Rectangle 9">
              <a:extLst>
                <a:ext uri="{FF2B5EF4-FFF2-40B4-BE49-F238E27FC236}">
                  <a16:creationId xmlns:a16="http://schemas.microsoft.com/office/drawing/2014/main" id="{6D2AFF7D-2420-4300-8AFD-CDAE77B322DE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1" name="Round Diagonal Corner Rectangle 8">
              <a:extLst>
                <a:ext uri="{FF2B5EF4-FFF2-40B4-BE49-F238E27FC236}">
                  <a16:creationId xmlns:a16="http://schemas.microsoft.com/office/drawing/2014/main" id="{31417164-E79E-4904-89C4-39D13C92A8B5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3200" b="1" kern="0" dirty="0">
                <a:solidFill>
                  <a:schemeClr val="bg1"/>
                </a:solidFill>
                <a:latin typeface="Trebuchet MS" pitchFamily="34" charset="0"/>
                <a:ea typeface="+mj-ea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979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3196" y="1371600"/>
            <a:ext cx="5530403" cy="48006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4pPr>
            <a:lvl5pPr marL="1828800" indent="0">
              <a:buClr>
                <a:schemeClr val="bg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6248400" y="1371600"/>
            <a:ext cx="5541135" cy="48006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4pPr>
            <a:lvl5pPr marL="1828800" indent="0">
              <a:buClr>
                <a:schemeClr val="bg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1430000" cy="973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8" name="Round Diagonal Corner Rectangle 7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ound Diagonal Corner Rectangle 8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297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526036"/>
            <a:ext cx="5562599" cy="639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399" y="1543208"/>
            <a:ext cx="5562601" cy="639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381000" y="2241998"/>
            <a:ext cx="5562600" cy="391302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/>
          </p:nvPr>
        </p:nvSpPr>
        <p:spPr>
          <a:xfrm>
            <a:off x="6248400" y="2259170"/>
            <a:ext cx="5562600" cy="391303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8001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573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1828800" indent="0">
              <a:buClr>
                <a:schemeClr val="bg2"/>
              </a:buClr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104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11" name="Round Diagonal Corner Rectangle 10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ound Diagonal Corner Rectangle 11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32023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 - 3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4480"/>
            <a:ext cx="3429000" cy="431292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/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/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7"/>
          </p:nvPr>
        </p:nvSpPr>
        <p:spPr>
          <a:xfrm>
            <a:off x="4381500" y="1554480"/>
            <a:ext cx="3429000" cy="431292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/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/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>
          <a:xfrm>
            <a:off x="8153400" y="1554480"/>
            <a:ext cx="3429000" cy="431292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/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/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73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11" name="Round Diagonal Corner Rectangle 10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ound Diagonal Corner Rectangle 11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3153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es - 3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86000"/>
            <a:ext cx="3429000" cy="35814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7"/>
          </p:nvPr>
        </p:nvSpPr>
        <p:spPr>
          <a:xfrm>
            <a:off x="4381500" y="2286000"/>
            <a:ext cx="3429000" cy="35814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>
          <a:xfrm>
            <a:off x="8153400" y="2286000"/>
            <a:ext cx="3429000" cy="35814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73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9"/>
          </p:nvPr>
        </p:nvSpPr>
        <p:spPr>
          <a:xfrm>
            <a:off x="609601" y="1570038"/>
            <a:ext cx="3429000" cy="639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20"/>
          </p:nvPr>
        </p:nvSpPr>
        <p:spPr>
          <a:xfrm>
            <a:off x="4381499" y="1570038"/>
            <a:ext cx="3429000" cy="639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1"/>
          </p:nvPr>
        </p:nvSpPr>
        <p:spPr>
          <a:xfrm>
            <a:off x="8153398" y="1570038"/>
            <a:ext cx="3429000" cy="639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14" name="Round Diagonal Corner Rectangle 13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ound Diagonal Corner Rectangle 14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035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boxes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10447" y="1554480"/>
            <a:ext cx="3165117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26"/>
          </p:nvPr>
        </p:nvSpPr>
        <p:spPr>
          <a:xfrm>
            <a:off x="4538134" y="1554480"/>
            <a:ext cx="3157497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27"/>
          </p:nvPr>
        </p:nvSpPr>
        <p:spPr>
          <a:xfrm>
            <a:off x="8458200" y="1554480"/>
            <a:ext cx="3139440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28"/>
          </p:nvPr>
        </p:nvSpPr>
        <p:spPr>
          <a:xfrm>
            <a:off x="610447" y="3764280"/>
            <a:ext cx="3165117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9"/>
          </p:nvPr>
        </p:nvSpPr>
        <p:spPr>
          <a:xfrm>
            <a:off x="4538981" y="3764280"/>
            <a:ext cx="3155803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30"/>
          </p:nvPr>
        </p:nvSpPr>
        <p:spPr>
          <a:xfrm>
            <a:off x="8458200" y="3764280"/>
            <a:ext cx="3141134" cy="2103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73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13" name="Round Diagonal Corner Rectangle 12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ound Diagonal Corner Rectangle 13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5170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boxes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10448" y="1540934"/>
            <a:ext cx="2590800" cy="432646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600"/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400"/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2000"/>
            </a:lvl3pPr>
            <a:lvl4pPr marL="1371600" indent="0">
              <a:buClr>
                <a:schemeClr val="bg2"/>
              </a:buClr>
              <a:buFont typeface="Arial" panose="020B0604020202020204" pitchFamily="34" charset="0"/>
              <a:buNone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73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31"/>
          </p:nvPr>
        </p:nvSpPr>
        <p:spPr>
          <a:xfrm>
            <a:off x="3409810" y="1540934"/>
            <a:ext cx="2590800" cy="4326466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600"/>
            </a:lvl1pPr>
            <a:lvl2pPr marL="800100" indent="-342900">
              <a:buFont typeface="Arial" panose="020B0604020202020204" pitchFamily="34" charset="0"/>
              <a:buChar char="•"/>
              <a:defRPr sz="2400"/>
            </a:lvl2pPr>
            <a:lvl3pPr marL="1143000" indent="-228600">
              <a:buFont typeface="Arial" panose="020B0604020202020204" pitchFamily="34" charset="0"/>
              <a:buChar char="•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32"/>
          </p:nvPr>
        </p:nvSpPr>
        <p:spPr>
          <a:xfrm>
            <a:off x="6209172" y="1540934"/>
            <a:ext cx="2590800" cy="4326466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600"/>
            </a:lvl1pPr>
            <a:lvl2pPr marL="742950" indent="-285750">
              <a:buFont typeface="Arial" panose="020B0604020202020204" pitchFamily="34" charset="0"/>
              <a:buChar char="•"/>
              <a:defRPr sz="2400"/>
            </a:lvl2pPr>
            <a:lvl3pPr marL="1143000" indent="-228600">
              <a:buFont typeface="Arial" panose="020B0604020202020204" pitchFamily="34" charset="0"/>
              <a:buChar char="•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33"/>
          </p:nvPr>
        </p:nvSpPr>
        <p:spPr>
          <a:xfrm>
            <a:off x="9008534" y="1540934"/>
            <a:ext cx="2590800" cy="4326466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600"/>
            </a:lvl1pPr>
            <a:lvl2pPr marL="742950" indent="-285750">
              <a:buFont typeface="Arial" panose="020B0604020202020204" pitchFamily="34" charset="0"/>
              <a:buChar char="•"/>
              <a:defRPr sz="2400"/>
            </a:lvl2pPr>
            <a:lvl3pPr marL="1143000" indent="-228600">
              <a:buFont typeface="Arial" panose="020B0604020202020204" pitchFamily="34" charset="0"/>
              <a:buChar char="•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8" name="Round Diagonal Corner Rectangle 7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ound Diagonal Corner Rectangle 10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0608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 -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736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609600" y="1568873"/>
            <a:ext cx="5334000" cy="207433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21"/>
          </p:nvPr>
        </p:nvSpPr>
        <p:spPr>
          <a:xfrm>
            <a:off x="6265333" y="1560406"/>
            <a:ext cx="5334000" cy="207433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22"/>
          </p:nvPr>
        </p:nvSpPr>
        <p:spPr>
          <a:xfrm>
            <a:off x="6265333" y="3767666"/>
            <a:ext cx="5334000" cy="207433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23"/>
          </p:nvPr>
        </p:nvSpPr>
        <p:spPr>
          <a:xfrm>
            <a:off x="609600" y="3781214"/>
            <a:ext cx="5334000" cy="207433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4pPr>
            <a:lvl5pPr marL="2057400" indent="-228600">
              <a:buClr>
                <a:schemeClr val="bg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357830" y="152399"/>
            <a:ext cx="10346682" cy="1044353"/>
            <a:chOff x="357830" y="152399"/>
            <a:chExt cx="10346682" cy="1044353"/>
          </a:xfrm>
        </p:grpSpPr>
        <p:sp>
          <p:nvSpPr>
            <p:cNvPr id="9" name="Round Diagonal Corner Rectangle 8"/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ound Diagonal Corner Rectangle 11"/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057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 userDrawn="1"/>
        </p:nvSpPr>
        <p:spPr>
          <a:xfrm>
            <a:off x="0" y="6324600"/>
            <a:ext cx="12192000" cy="540000"/>
          </a:xfrm>
          <a:prstGeom prst="rect">
            <a:avLst/>
          </a:prstGeom>
          <a:solidFill>
            <a:srgbClr val="003F7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71CEED6-CFE6-4218-EA51-20083D6C474D}"/>
              </a:ext>
            </a:extLst>
          </p:cNvPr>
          <p:cNvCxnSpPr/>
          <p:nvPr userDrawn="1"/>
        </p:nvCxnSpPr>
        <p:spPr>
          <a:xfrm flipV="1">
            <a:off x="263352" y="-62696"/>
            <a:ext cx="0" cy="6228000"/>
          </a:xfrm>
          <a:prstGeom prst="line">
            <a:avLst/>
          </a:prstGeom>
          <a:ln>
            <a:solidFill>
              <a:srgbClr val="B6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91B60A-4F23-7E67-5F37-93C1256828F8}"/>
              </a:ext>
            </a:extLst>
          </p:cNvPr>
          <p:cNvCxnSpPr/>
          <p:nvPr userDrawn="1"/>
        </p:nvCxnSpPr>
        <p:spPr>
          <a:xfrm flipV="1">
            <a:off x="11928648" y="-27384"/>
            <a:ext cx="0" cy="6228000"/>
          </a:xfrm>
          <a:prstGeom prst="line">
            <a:avLst/>
          </a:prstGeom>
          <a:ln>
            <a:solidFill>
              <a:srgbClr val="B6DC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 txBox="1">
            <a:spLocks noChangeArrowheads="1"/>
          </p:cNvSpPr>
          <p:nvPr userDrawn="1"/>
        </p:nvSpPr>
        <p:spPr bwMode="auto">
          <a:xfrm>
            <a:off x="1239838" y="6096000"/>
            <a:ext cx="40941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endParaRPr lang="en-US" altLang="en-US" sz="800" dirty="0">
              <a:latin typeface="Trebuchet MS" panose="020B060302020202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3" cstate="print">
            <a:clrChange>
              <a:clrFrom>
                <a:srgbClr val="08558B"/>
              </a:clrFrom>
              <a:clrTo>
                <a:srgbClr val="08558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747" y="6312068"/>
            <a:ext cx="3431901" cy="540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5A2611-E6B0-4086-AAE7-B24545F631D9}"/>
              </a:ext>
            </a:extLst>
          </p:cNvPr>
          <p:cNvSpPr/>
          <p:nvPr userDrawn="1"/>
        </p:nvSpPr>
        <p:spPr>
          <a:xfrm>
            <a:off x="0" y="6112200"/>
            <a:ext cx="12192000" cy="21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30F35-F0DB-420B-8F84-17BB4B42F0C6}"/>
              </a:ext>
            </a:extLst>
          </p:cNvPr>
          <p:cNvSpPr txBox="1"/>
          <p:nvPr userDrawn="1"/>
        </p:nvSpPr>
        <p:spPr>
          <a:xfrm>
            <a:off x="263352" y="6120000"/>
            <a:ext cx="4590359" cy="195814"/>
          </a:xfrm>
          <a:prstGeom prst="rect">
            <a:avLst/>
          </a:prstGeom>
          <a:noFill/>
        </p:spPr>
        <p:txBody>
          <a:bodyPr wrap="none" lIns="0" tIns="36000" bIns="36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&lt;</a:t>
            </a:r>
            <a:r>
              <a:rPr lang="en-US" altLang="en-US" sz="8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Deliverable_No_RevNo</a:t>
            </a:r>
            <a:r>
              <a:rPr lang="en-US" altLang="en-US" sz="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&gt; |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All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rights reserved with Larsen &amp; Toubro Limited. | </a:t>
            </a:r>
            <a:r>
              <a:rPr lang="en-US" sz="800" dirty="0">
                <a:solidFill>
                  <a:srgbClr val="FF0000"/>
                </a:solidFill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&lt;</a:t>
            </a:r>
            <a:r>
              <a:rPr lang="en-US" sz="8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Name</a:t>
            </a:r>
            <a:r>
              <a:rPr lang="en-US" sz="800" baseline="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 of System</a:t>
            </a:r>
            <a:r>
              <a:rPr lang="en-US" sz="800" dirty="0">
                <a:solidFill>
                  <a:srgbClr val="FF0000"/>
                </a:solidFill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5D83EA3-24CB-456C-8676-DFCE118FF8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09448" y="6112200"/>
            <a:ext cx="1219200" cy="21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69F57922-9500-4DD3-8215-1EE9E36980D5}" type="slidenum">
              <a:rPr lang="en-US" altLang="en-US" sz="800" b="0" smtClean="0"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pPr algn="r" eaLnBrk="1" hangingPunct="1"/>
              <a:t>‹#›</a:t>
            </a:fld>
            <a:r>
              <a:rPr lang="en-US" altLang="en-US" sz="800" b="0" dirty="0"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" b="0" kern="1200" dirty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Arial" panose="020B0604020202020204" pitchFamily="34" charset="0"/>
              </a:rPr>
              <a:t>of 142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30C211-E3A3-5022-AFF6-3911DCAF171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1526013"/>
            <a:ext cx="11430000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166AC-3FAD-3DBA-9566-CA927A9C16A4}"/>
              </a:ext>
            </a:extLst>
          </p:cNvPr>
          <p:cNvSpPr txBox="1"/>
          <p:nvPr userDrawn="1"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kern="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BCA2B8-2555-8E8F-B72A-C0D45B4998D5}"/>
              </a:ext>
            </a:extLst>
          </p:cNvPr>
          <p:cNvSpPr txBox="1"/>
          <p:nvPr userDrawn="1"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Click to edit Master title style</a:t>
            </a:r>
            <a:endParaRPr lang="en-IN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122065" y="6453336"/>
            <a:ext cx="3888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bg1">
                    <a:lumMod val="85000"/>
                  </a:schemeClr>
                </a:solidFill>
                <a:latin typeface="Trebuchet MS" panose="020B0603020202020204" pitchFamily="34" charset="0"/>
              </a:rPr>
              <a:t>© Larsen &amp; Toubro Limited: Restricted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21565" y="6341380"/>
            <a:ext cx="4190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Trebuchet MS" panose="020B0603020202020204" pitchFamily="34" charset="0"/>
              </a:rPr>
              <a:t>Aerospace l  Electronics l </a:t>
            </a:r>
            <a:r>
              <a:rPr lang="en-US" sz="1100" baseline="0" dirty="0">
                <a:solidFill>
                  <a:schemeClr val="bg1">
                    <a:lumMod val="85000"/>
                  </a:schemeClr>
                </a:solidFill>
                <a:latin typeface="Trebuchet MS" panose="020B0603020202020204" pitchFamily="34" charset="0"/>
              </a:rPr>
              <a:t>Land &amp; Marine – Platforms &amp; Systems</a:t>
            </a:r>
            <a:endParaRPr lang="en-IN" sz="1100" dirty="0">
              <a:solidFill>
                <a:schemeClr val="bg1">
                  <a:lumMod val="85000"/>
                </a:schemeClr>
              </a:solidFill>
              <a:latin typeface="Trebuchet MS" panose="020B0603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5" r:id="rId2"/>
    <p:sldLayoutId id="2147483678" r:id="rId3"/>
    <p:sldLayoutId id="2147483674" r:id="rId4"/>
    <p:sldLayoutId id="2147483679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9" r:id="rId11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3F72"/>
          </a:solidFill>
          <a:latin typeface="Trebuchet MS" pitchFamily="34" charset="0"/>
          <a:ea typeface="+mj-ea"/>
          <a:cs typeface="Tahoma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3F72"/>
          </a:solidFill>
          <a:latin typeface="Trebuchet MS" pitchFamily="34" charset="0"/>
          <a:cs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3F72"/>
          </a:solidFill>
          <a:latin typeface="Trebuchet MS" pitchFamily="34" charset="0"/>
          <a:cs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3F72"/>
          </a:solidFill>
          <a:latin typeface="Trebuchet MS" pitchFamily="34" charset="0"/>
          <a:cs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3F72"/>
          </a:solidFill>
          <a:latin typeface="Trebuchet MS" pitchFamily="34" charset="0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rebuchet MS" pitchFamily="34" charset="0"/>
          <a:ea typeface="+mn-ea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Trebuchet MS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rebuchet MS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rebuchet MS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Trebuchet MS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3352" y="4543427"/>
            <a:ext cx="11667252" cy="1095374"/>
          </a:xfrm>
        </p:spPr>
        <p:txBody>
          <a:bodyPr/>
          <a:lstStyle/>
          <a:p>
            <a:r>
              <a:rPr lang="en-US" altLang="en-US" sz="2000" dirty="0"/>
              <a:t>Operator and Maintainer Training</a:t>
            </a:r>
            <a:br>
              <a:rPr lang="en-US" altLang="en-US" dirty="0"/>
            </a:br>
            <a:r>
              <a:rPr lang="en-US" altLang="en-US" dirty="0"/>
              <a:t>Project Name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8991600" y="4918075"/>
            <a:ext cx="22860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3F72"/>
                </a:solidFill>
              </a:rPr>
              <a:t>Author Name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3F72"/>
                </a:solidFill>
              </a:rPr>
              <a:t>March 6, 20XX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FEEBD4-F596-4699-8E3F-33A93A948F08}"/>
              </a:ext>
            </a:extLst>
          </p:cNvPr>
          <p:cNvSpPr/>
          <p:nvPr/>
        </p:nvSpPr>
        <p:spPr>
          <a:xfrm>
            <a:off x="191344" y="260649"/>
            <a:ext cx="11161240" cy="4282778"/>
          </a:xfrm>
          <a:prstGeom prst="roundRect">
            <a:avLst/>
          </a:prstGeom>
          <a:ln w="9525">
            <a:solidFill>
              <a:srgbClr val="95AAB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ABA32-7445-4C83-9C74-29B2922D6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592" y="0"/>
            <a:ext cx="506012" cy="12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71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73761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  <a:solidFill>
            <a:srgbClr val="003F72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27979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  <a:solidFill>
            <a:srgbClr val="003F72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CA3B2DC-B379-45A6-9CB4-C17F979333EF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43" name="Round Diagonal Corner Rectangle 9">
              <a:extLst>
                <a:ext uri="{FF2B5EF4-FFF2-40B4-BE49-F238E27FC236}">
                  <a16:creationId xmlns:a16="http://schemas.microsoft.com/office/drawing/2014/main" id="{66C6B544-5452-4832-A1E6-6BC735545715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44" name="Round Diagonal Corner Rectangle 8">
              <a:extLst>
                <a:ext uri="{FF2B5EF4-FFF2-40B4-BE49-F238E27FC236}">
                  <a16:creationId xmlns:a16="http://schemas.microsoft.com/office/drawing/2014/main" id="{6E36BC1E-8AE6-4640-8C32-A57F9E5C28B0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A2E530B-3225-A5D7-1BE3-EBDFAC6F0FDD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8FB5E3-3724-4C12-3751-19DAC1E63EE9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73970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0120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Overall System Operation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0120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Features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0120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Specifications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0120" y="1318392"/>
            <a:ext cx="5028352" cy="468000"/>
            <a:chOff x="6811812" y="1318392"/>
            <a:chExt cx="5028352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181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Purpose</a:t>
                </a:r>
                <a:endParaRPr lang="en-IN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50545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4D89C02-46A3-F733-27F0-20405D94888D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DDE727-EC2B-D58B-B269-C39EB9F6E76B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9255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900120" y="1318392"/>
            <a:ext cx="5026876" cy="468000"/>
            <a:chOff x="4648200" y="1440170"/>
            <a:chExt cx="4038600" cy="388800"/>
          </a:xfrm>
          <a:solidFill>
            <a:srgbClr val="003F72"/>
          </a:solidFill>
        </p:grpSpPr>
        <p:sp>
          <p:nvSpPr>
            <p:cNvPr id="12" name="Rectangle 11"/>
            <p:cNvSpPr/>
            <p:nvPr/>
          </p:nvSpPr>
          <p:spPr>
            <a:xfrm>
              <a:off x="4648200" y="1440509"/>
              <a:ext cx="4038600" cy="388461"/>
            </a:xfrm>
            <a:prstGeom prst="rect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Purpose</a:t>
              </a:r>
              <a:endParaRPr lang="en-IN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614800" y="1440170"/>
              <a:ext cx="72000" cy="38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900120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Overall System Operation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0120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Features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0120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Specifications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D7F5AEE3-EDD5-005D-C31E-270E0F1A93B4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D302BA-7E51-FF8C-07C2-BAD431DDB3C3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0131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194095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816080" y="1895339"/>
            <a:ext cx="5026876" cy="468338"/>
            <a:chOff x="4648200" y="2017117"/>
            <a:chExt cx="4038600" cy="468338"/>
          </a:xfrm>
          <a:solidFill>
            <a:srgbClr val="003F72"/>
          </a:solidFill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Overall System Operation</a:t>
              </a:r>
              <a:endParaRPr lang="en-IN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16080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Features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816080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Specifications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816080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Purpose</a:t>
                </a:r>
                <a:endParaRPr lang="en-IN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EE1B9ADC-E48D-2F7D-B46E-BCDEE1F67817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B857DE5-4987-DC15-41F3-728EA60D704E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2544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Overall System Operation</a:t>
            </a:r>
          </a:p>
        </p:txBody>
      </p:sp>
    </p:spTree>
    <p:extLst>
      <p:ext uri="{BB962C8B-B14F-4D97-AF65-F5344CB8AC3E}">
        <p14:creationId xmlns:p14="http://schemas.microsoft.com/office/powerpoint/2010/main" val="259929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816080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Overall System Operation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816080" y="2472901"/>
            <a:ext cx="5008946" cy="467388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816080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Specifications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816080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Purpose</a:t>
                </a:r>
                <a:endParaRPr lang="en-IN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9C73A64-BE70-92EC-E357-8D4BE824AA9F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296D94-C265-A5D2-48E0-C8416D028D86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2798223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202595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811436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Overall System Operation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11436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Features</a:t>
              </a:r>
              <a:endParaRPr lang="en-IN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811436" y="3050046"/>
            <a:ext cx="5026876" cy="467183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System Specifications</a:t>
            </a:r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811436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Purpose</a:t>
                </a:r>
                <a:endParaRPr lang="en-IN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1141DC1-9C00-FB41-AB3A-7A5F2F967288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59129C-66EB-294D-4BCC-4093F992240A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5510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90571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  <a:solidFill>
            <a:srgbClr val="004B86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CB61942-ECF3-FEC9-2B82-B541D1B714EB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9FA4B9-A237-FA0A-B08F-CFCADA759754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856669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  <a:solidFill>
            <a:srgbClr val="003F72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B183A8B4-D769-B34B-79D3-3433B14152E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872D56-AB1A-62D3-E824-DADB34A98DA9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495685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0120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0120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0120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0120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0120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0120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00120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</p:spTree>
    <p:extLst>
      <p:ext uri="{BB962C8B-B14F-4D97-AF65-F5344CB8AC3E}">
        <p14:creationId xmlns:p14="http://schemas.microsoft.com/office/powerpoint/2010/main" val="2009164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01772" y="1318800"/>
            <a:ext cx="5004412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System Tree Chart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01772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E3E4AB4E-B669-9055-6F76-3EC59982C959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CE5601-6954-523E-3192-F26B6A703B51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</p:spTree>
    <p:extLst>
      <p:ext uri="{BB962C8B-B14F-4D97-AF65-F5344CB8AC3E}">
        <p14:creationId xmlns:p14="http://schemas.microsoft.com/office/powerpoint/2010/main" val="2958608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64704"/>
            <a:ext cx="11665296" cy="4903688"/>
            <a:chOff x="352782" y="764704"/>
            <a:chExt cx="11475830" cy="490368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764704"/>
              <a:ext cx="11475720" cy="891166"/>
              <a:chOff x="234000" y="701630"/>
              <a:chExt cx="8676000" cy="8911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Category5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2C0113-1371-46B5-9FC0-67CB919E082E}"/>
                  </a:ext>
                </a:extLst>
              </p:cNvPr>
              <p:cNvCxnSpPr/>
              <p:nvPr/>
            </p:nvCxnSpPr>
            <p:spPr>
              <a:xfrm flipV="1">
                <a:off x="4571999" y="701630"/>
                <a:ext cx="0" cy="511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DC0184B-B2F1-49F5-8333-35B4F9967C3E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A099BA-DAF2-4E29-B3C7-507B834053D5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5E9F393-A453-4F65-BDFB-8010297D2A23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24BD44D-2217-4207-8F2B-13C2F2E43892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FCDDC9F-4F62-4E0D-B607-EF693700B013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655870"/>
              <a:ext cx="2122300" cy="4012522"/>
              <a:chOff x="234000" y="1592796"/>
              <a:chExt cx="1620000" cy="40125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54BA07-2609-48F5-B19D-79EB01B43E9B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6F88DF-01C8-4589-9FC6-3D6FFB73DCEB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655870"/>
              <a:ext cx="2130991" cy="4012522"/>
              <a:chOff x="5526000" y="1592796"/>
              <a:chExt cx="1620000" cy="401252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4088D9-E149-4A74-BACB-6A2E771FDFB3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07F5F32-D63D-4D2C-9FF2-13818E8ACFFF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655870"/>
              <a:ext cx="2140845" cy="4012522"/>
              <a:chOff x="7290000" y="1592796"/>
              <a:chExt cx="1620000" cy="40125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6A1F42-C490-4100-B8F1-40E8E8F8744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1FD1AD-93C1-44B3-9CEA-A087ACD4B446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655870"/>
              <a:ext cx="2104654" cy="4012522"/>
              <a:chOff x="1997999" y="1592796"/>
              <a:chExt cx="1624219" cy="40125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4A535B-F38B-46A4-8808-9D16086BBE4B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DDD6-0DDF-46EB-8304-414A01FEA314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655870"/>
              <a:ext cx="2137040" cy="4012522"/>
              <a:chOff x="3762000" y="1592796"/>
              <a:chExt cx="1620000" cy="40125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09DBA4-CECC-4B05-8E4D-E3C78F15AF7D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71FE10-44FE-47CD-B9AB-809E31399F9F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383341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64704"/>
            <a:ext cx="11665296" cy="4903688"/>
            <a:chOff x="352782" y="764704"/>
            <a:chExt cx="11475830" cy="490368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764704"/>
              <a:ext cx="11475720" cy="891166"/>
              <a:chOff x="234000" y="701630"/>
              <a:chExt cx="8676000" cy="8911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Category6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Category7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Category9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Category10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2C0113-1371-46B5-9FC0-67CB919E082E}"/>
                  </a:ext>
                </a:extLst>
              </p:cNvPr>
              <p:cNvCxnSpPr/>
              <p:nvPr/>
            </p:nvCxnSpPr>
            <p:spPr>
              <a:xfrm flipV="1">
                <a:off x="4571999" y="701630"/>
                <a:ext cx="0" cy="511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DC0184B-B2F1-49F5-8333-35B4F9967C3E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A099BA-DAF2-4E29-B3C7-507B834053D5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5E9F393-A453-4F65-BDFB-8010297D2A23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24BD44D-2217-4207-8F2B-13C2F2E43892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FCDDC9F-4F62-4E0D-B607-EF693700B013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655870"/>
              <a:ext cx="2122300" cy="4012522"/>
              <a:chOff x="234000" y="1592796"/>
              <a:chExt cx="1620000" cy="40125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54BA07-2609-48F5-B19D-79EB01B43E9B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6F88DF-01C8-4589-9FC6-3D6FFB73DCEB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655870"/>
              <a:ext cx="2130991" cy="4012522"/>
              <a:chOff x="5526000" y="1592796"/>
              <a:chExt cx="1620000" cy="401252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4088D9-E149-4A74-BACB-6A2E771FDFB3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07F5F32-D63D-4D2C-9FF2-13818E8ACFFF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655870"/>
              <a:ext cx="2140845" cy="4012522"/>
              <a:chOff x="7290000" y="1592796"/>
              <a:chExt cx="1620000" cy="40125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6A1F42-C490-4100-B8F1-40E8E8F8744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1FD1AD-93C1-44B3-9CEA-A087ACD4B446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655870"/>
              <a:ext cx="2104654" cy="4012522"/>
              <a:chOff x="1997999" y="1592796"/>
              <a:chExt cx="1624219" cy="40125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4A535B-F38B-46A4-8808-9D16086BBE4B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DDD6-0DDF-46EB-8304-414A01FEA314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655870"/>
              <a:ext cx="2137040" cy="4012522"/>
              <a:chOff x="3762000" y="1592796"/>
              <a:chExt cx="1620000" cy="40125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09DBA4-CECC-4B05-8E4D-E3C78F15AF7D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71FE10-44FE-47CD-B9AB-809E31399F9F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2367463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56321"/>
            <a:ext cx="11665296" cy="5048943"/>
            <a:chOff x="352778" y="756321"/>
            <a:chExt cx="11475720" cy="504894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287DDB5-0B48-410E-A432-3BB2B92AD984}"/>
                </a:ext>
              </a:extLst>
            </p:cNvPr>
            <p:cNvGrpSpPr/>
            <p:nvPr/>
          </p:nvGrpSpPr>
          <p:grpSpPr>
            <a:xfrm>
              <a:off x="356301" y="1792742"/>
              <a:ext cx="2104247" cy="4012522"/>
              <a:chOff x="234000" y="1592796"/>
              <a:chExt cx="1620000" cy="4012522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C7CC6AA-0BAD-4728-8C41-40F8F2268397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1795324-7DD4-4FB0-A1A0-C247521448D0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24909B8-C8A9-48EE-8020-82CF3D67405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B536AB3-09E1-4730-8B4B-A27E677E0362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77EEA3F-A9B1-4C08-9950-DCA33965DA83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A7CCE9-45BF-446C-8E02-043434222619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456E3D9-04B5-4031-83DD-28511653FD71}"/>
                </a:ext>
              </a:extLst>
            </p:cNvPr>
            <p:cNvGrpSpPr/>
            <p:nvPr/>
          </p:nvGrpSpPr>
          <p:grpSpPr>
            <a:xfrm>
              <a:off x="7368864" y="1792742"/>
              <a:ext cx="2112865" cy="4012522"/>
              <a:chOff x="5526000" y="1592796"/>
              <a:chExt cx="1620000" cy="40125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9CE0B33-89E5-4B5F-A76D-C4277A1E8217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6AB4EBC-ACF0-482A-ACA9-C5DDB9021333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F0BC6D3-0BD8-4F01-92B7-73373B2C47AE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8373AB-BE11-4798-80C3-12930CEF0956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14A5F3A-A4CE-458E-B1DE-96F47F434D3E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BB59D84-D54B-499D-A4E2-B6B148279DF3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6959495-CC6D-449E-A6B3-B9DE0414CE9B}"/>
                </a:ext>
              </a:extLst>
            </p:cNvPr>
            <p:cNvGrpSpPr/>
            <p:nvPr/>
          </p:nvGrpSpPr>
          <p:grpSpPr>
            <a:xfrm>
              <a:off x="9700242" y="1792742"/>
              <a:ext cx="2122635" cy="4012522"/>
              <a:chOff x="7290000" y="1592796"/>
              <a:chExt cx="1620000" cy="4012522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1E08338-28EE-47D8-94F2-086E4076C4CE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679A48F-868D-4F14-8509-D48867A97E91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5B8FF69-2C73-4A92-93C1-C2A4A13E431D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3B453FB-923C-405D-B23B-9092392552CE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9DDF549-EA7E-449E-AF78-A5F5969A6C37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856BE63-42F5-40E7-AD52-7A5DE81F6EBF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C925D5A-8386-4285-91C7-C88912B79F64}"/>
                </a:ext>
              </a:extLst>
            </p:cNvPr>
            <p:cNvGrpSpPr/>
            <p:nvPr/>
          </p:nvGrpSpPr>
          <p:grpSpPr>
            <a:xfrm>
              <a:off x="2684530" y="1792742"/>
              <a:ext cx="2144252" cy="4012522"/>
              <a:chOff x="1997999" y="1592796"/>
              <a:chExt cx="1668975" cy="401252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DD0AFAF-93A7-4D5B-B3F1-6C03EC7644E3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03C9E9F-51EF-4E83-81FD-FA172108452A}"/>
                  </a:ext>
                </a:extLst>
              </p:cNvPr>
              <p:cNvSpPr/>
              <p:nvPr/>
            </p:nvSpPr>
            <p:spPr>
              <a:xfrm>
                <a:off x="1998000" y="1832423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AE76ACA-CA1F-40C9-B26E-C91DA67CB639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7F65251-EC18-42B3-988A-37DE8676DE7E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B6C8D07-837E-4B7F-88D7-02CF95DAB8B0}"/>
                  </a:ext>
                </a:extLst>
              </p:cNvPr>
              <p:cNvSpPr/>
              <p:nvPr/>
            </p:nvSpPr>
            <p:spPr>
              <a:xfrm>
                <a:off x="1997999" y="4216190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D28E1E3-8618-4591-9CB7-697AAAB0618A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68973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2FCB09F-32E6-4BE9-96E9-A5E24645A6A2}"/>
                </a:ext>
              </a:extLst>
            </p:cNvPr>
            <p:cNvGrpSpPr/>
            <p:nvPr/>
          </p:nvGrpSpPr>
          <p:grpSpPr>
            <a:xfrm>
              <a:off x="5030158" y="1792742"/>
              <a:ext cx="2118862" cy="4012522"/>
              <a:chOff x="3762000" y="1592796"/>
              <a:chExt cx="1620000" cy="4012522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697E44E-923A-4604-94A6-91194ACAD2EF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6E88442-991F-4252-9232-4625BBE516E0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FD784C1-C733-4BB6-998F-037909959D68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BB51B5B-6ABB-40B6-907D-1B96DBB0C7CE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3EE5E82-A63D-445B-AB98-6DFB95B41AF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458B5C6-63D6-4FC2-9388-2F90608163FE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116C7D5-C967-4DB1-9718-9D26022FB74B}"/>
                </a:ext>
              </a:extLst>
            </p:cNvPr>
            <p:cNvGrpSpPr/>
            <p:nvPr/>
          </p:nvGrpSpPr>
          <p:grpSpPr>
            <a:xfrm>
              <a:off x="352778" y="756321"/>
              <a:ext cx="11475720" cy="1057459"/>
              <a:chOff x="234000" y="715293"/>
              <a:chExt cx="8676000" cy="1057459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9749511-724B-4423-AA4A-C2518E864767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Name/Type1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D9E5637-EEE2-4438-9091-130B120935E8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Name/Type2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F6CCA69-7107-4212-A20D-9CF720666012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Name/Type3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B57B031-9C2C-4E6B-9D25-3B5CBC089ECB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Name/Type4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0B5A7DB-C68E-4DF9-AD39-0EA16033FED0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Name/Type5</a:t>
                </a:r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B69C901-6332-491F-A0DF-6CF7C7CEC9CF}"/>
                  </a:ext>
                </a:extLst>
              </p:cNvPr>
              <p:cNvCxnSpPr>
                <a:cxnSpLocks/>
                <a:stCxn id="97" idx="0"/>
              </p:cNvCxnSpPr>
              <p:nvPr/>
            </p:nvCxnSpPr>
            <p:spPr>
              <a:xfrm flipV="1">
                <a:off x="4572000" y="715293"/>
                <a:ext cx="0" cy="4814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B9F72F8-F660-414A-BE62-C8E11F683F21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327BC4D-BE73-4B84-BFB5-4ADA6C558031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52839CA-CA39-4F5D-B268-95879DE1F689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626FEF2-72A0-4748-AFED-DB2F4AC45AA4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66A6F2D6-3931-48C6-9F0B-D738B6A1B9CD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724405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56321"/>
            <a:ext cx="11665296" cy="5048943"/>
            <a:chOff x="352778" y="756321"/>
            <a:chExt cx="11475720" cy="504894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287DDB5-0B48-410E-A432-3BB2B92AD984}"/>
                </a:ext>
              </a:extLst>
            </p:cNvPr>
            <p:cNvGrpSpPr/>
            <p:nvPr/>
          </p:nvGrpSpPr>
          <p:grpSpPr>
            <a:xfrm>
              <a:off x="356301" y="1792742"/>
              <a:ext cx="2104247" cy="4012522"/>
              <a:chOff x="234000" y="1592796"/>
              <a:chExt cx="1620000" cy="4012522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C7CC6AA-0BAD-4728-8C41-40F8F2268397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1795324-7DD4-4FB0-A1A0-C247521448D0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24909B8-C8A9-48EE-8020-82CF3D67405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B536AB3-09E1-4730-8B4B-A27E677E0362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77EEA3F-A9B1-4C08-9950-DCA33965DA83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A7CCE9-45BF-446C-8E02-043434222619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456E3D9-04B5-4031-83DD-28511653FD71}"/>
                </a:ext>
              </a:extLst>
            </p:cNvPr>
            <p:cNvGrpSpPr/>
            <p:nvPr/>
          </p:nvGrpSpPr>
          <p:grpSpPr>
            <a:xfrm>
              <a:off x="7368864" y="1792742"/>
              <a:ext cx="2112865" cy="4012522"/>
              <a:chOff x="5526000" y="1592796"/>
              <a:chExt cx="1620000" cy="401252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9CE0B33-89E5-4B5F-A76D-C4277A1E8217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6AB4EBC-ACF0-482A-ACA9-C5DDB9021333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F0BC6D3-0BD8-4F01-92B7-73373B2C47AE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8373AB-BE11-4798-80C3-12930CEF0956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14A5F3A-A4CE-458E-B1DE-96F47F434D3E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BB59D84-D54B-499D-A4E2-B6B148279DF3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6959495-CC6D-449E-A6B3-B9DE0414CE9B}"/>
                </a:ext>
              </a:extLst>
            </p:cNvPr>
            <p:cNvGrpSpPr/>
            <p:nvPr/>
          </p:nvGrpSpPr>
          <p:grpSpPr>
            <a:xfrm>
              <a:off x="9700242" y="1792742"/>
              <a:ext cx="2122635" cy="4012522"/>
              <a:chOff x="7290000" y="1592796"/>
              <a:chExt cx="1620000" cy="4012522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1E08338-28EE-47D8-94F2-086E4076C4CE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679A48F-868D-4F14-8509-D48867A97E91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5B8FF69-2C73-4A92-93C1-C2A4A13E431D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3B453FB-923C-405D-B23B-9092392552CE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9DDF549-EA7E-449E-AF78-A5F5969A6C37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856BE63-42F5-40E7-AD52-7A5DE81F6EBF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C925D5A-8386-4285-91C7-C88912B79F64}"/>
                </a:ext>
              </a:extLst>
            </p:cNvPr>
            <p:cNvGrpSpPr/>
            <p:nvPr/>
          </p:nvGrpSpPr>
          <p:grpSpPr>
            <a:xfrm>
              <a:off x="2684532" y="1792742"/>
              <a:ext cx="2144251" cy="4012522"/>
              <a:chOff x="1998000" y="1592796"/>
              <a:chExt cx="1668974" cy="4012522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DD0AFAF-93A7-4D5B-B3F1-6C03EC7644E3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03C9E9F-51EF-4E83-81FD-FA172108452A}"/>
                  </a:ext>
                </a:extLst>
              </p:cNvPr>
              <p:cNvSpPr/>
              <p:nvPr/>
            </p:nvSpPr>
            <p:spPr>
              <a:xfrm>
                <a:off x="1998000" y="1832423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AE76ACA-CA1F-40C9-B26E-C91DA67CB639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7F65251-EC18-42B3-988A-37DE8676DE7E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B6C8D07-837E-4B7F-88D7-02CF95DAB8B0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D28E1E3-8618-4591-9CB7-697AAAB0618A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68974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2FCB09F-32E6-4BE9-96E9-A5E24645A6A2}"/>
                </a:ext>
              </a:extLst>
            </p:cNvPr>
            <p:cNvGrpSpPr/>
            <p:nvPr/>
          </p:nvGrpSpPr>
          <p:grpSpPr>
            <a:xfrm>
              <a:off x="5030158" y="1792742"/>
              <a:ext cx="2118862" cy="4012522"/>
              <a:chOff x="3762000" y="1592796"/>
              <a:chExt cx="1620000" cy="4012522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697E44E-923A-4604-94A6-91194ACAD2EF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6E88442-991F-4252-9232-4625BBE516E0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FD784C1-C733-4BB6-998F-037909959D68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BB51B5B-6ABB-40B6-907D-1B96DBB0C7CE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3EE5E82-A63D-445B-AB98-6DFB95B41AF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458B5C6-63D6-4FC2-9388-2F90608163FE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116C7D5-C967-4DB1-9718-9D26022FB74B}"/>
                </a:ext>
              </a:extLst>
            </p:cNvPr>
            <p:cNvGrpSpPr/>
            <p:nvPr/>
          </p:nvGrpSpPr>
          <p:grpSpPr>
            <a:xfrm>
              <a:off x="352778" y="756321"/>
              <a:ext cx="11475720" cy="1057459"/>
              <a:chOff x="234000" y="715293"/>
              <a:chExt cx="8676000" cy="1057459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9749511-724B-4423-AA4A-C2518E864767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Name/Type6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D9E5637-EEE2-4438-9091-130B120935E8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Name/Type7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F6CCA69-7107-4212-A20D-9CF720666012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Name/Type8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B57B031-9C2C-4E6B-9D25-3B5CBC089ECB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Name/Type9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0B5A7DB-C68E-4DF9-AD39-0EA16033FED0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Name/Type10</a:t>
                </a:r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B69C901-6332-491F-A0DF-6CF7C7CEC9CF}"/>
                  </a:ext>
                </a:extLst>
              </p:cNvPr>
              <p:cNvCxnSpPr>
                <a:cxnSpLocks/>
                <a:stCxn id="97" idx="0"/>
              </p:cNvCxnSpPr>
              <p:nvPr/>
            </p:nvCxnSpPr>
            <p:spPr>
              <a:xfrm flipV="1">
                <a:off x="4572000" y="715293"/>
                <a:ext cx="0" cy="48145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B9F72F8-F660-414A-BE62-C8E11F683F21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327BC4D-BE73-4B84-BFB5-4ADA6C558031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52839CA-CA39-4F5D-B268-95879DE1F689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5626FEF2-72A0-4748-AFED-DB2F4AC45AA4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66A6F2D6-3931-48C6-9F0B-D738B6A1B9CD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838030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1108666"/>
            <a:ext cx="11665296" cy="4408566"/>
            <a:chOff x="352782" y="1108666"/>
            <a:chExt cx="11475830" cy="44085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1108666"/>
              <a:ext cx="11475720" cy="396044"/>
              <a:chOff x="234000" y="1196752"/>
              <a:chExt cx="8676000" cy="39604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Category5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504710"/>
              <a:ext cx="2122300" cy="4012522"/>
              <a:chOff x="234000" y="1592796"/>
              <a:chExt cx="1620000" cy="40125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54BA07-2609-48F5-B19D-79EB01B43E9B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6F88DF-01C8-4589-9FC6-3D6FFB73DCEB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504710"/>
              <a:ext cx="2130991" cy="4012522"/>
              <a:chOff x="5526000" y="1592796"/>
              <a:chExt cx="1620000" cy="401252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4088D9-E149-4A74-BACB-6A2E771FDFB3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07F5F32-D63D-4D2C-9FF2-13818E8ACFFF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504710"/>
              <a:ext cx="2140845" cy="4012522"/>
              <a:chOff x="7290000" y="1592796"/>
              <a:chExt cx="1620000" cy="40125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6A1F42-C490-4100-B8F1-40E8E8F8744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1FD1AD-93C1-44B3-9CEA-A087ACD4B446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504710"/>
              <a:ext cx="2104654" cy="4012522"/>
              <a:chOff x="1997999" y="1592796"/>
              <a:chExt cx="1624219" cy="40125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4A535B-F38B-46A4-8808-9D16086BBE4B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DDD6-0DDF-46EB-8304-414A01FEA314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504710"/>
              <a:ext cx="2137040" cy="4012522"/>
              <a:chOff x="3762000" y="1592796"/>
              <a:chExt cx="1620000" cy="40125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09DBA4-CECC-4B05-8E4D-E3C78F15AF7D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71FE10-44FE-47CD-B9AB-809E31399F9F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3217883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1108666"/>
            <a:ext cx="11665296" cy="4408566"/>
            <a:chOff x="352782" y="1108666"/>
            <a:chExt cx="11475830" cy="440856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1108666"/>
              <a:ext cx="11475720" cy="396044"/>
              <a:chOff x="234000" y="1196752"/>
              <a:chExt cx="8676000" cy="39604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Category6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Category7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Category9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Category10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504710"/>
              <a:ext cx="2122300" cy="4012522"/>
              <a:chOff x="234000" y="1592796"/>
              <a:chExt cx="1620000" cy="40125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54BA07-2609-48F5-B19D-79EB01B43E9B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6F88DF-01C8-4589-9FC6-3D6FFB73DCEB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504710"/>
              <a:ext cx="2130991" cy="4012522"/>
              <a:chOff x="5526000" y="1592796"/>
              <a:chExt cx="1620000" cy="401252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4088D9-E149-4A74-BACB-6A2E771FDFB3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07F5F32-D63D-4D2C-9FF2-13818E8ACFFF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504710"/>
              <a:ext cx="2140845" cy="4012522"/>
              <a:chOff x="7290000" y="1592796"/>
              <a:chExt cx="1620000" cy="40125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6A1F42-C490-4100-B8F1-40E8E8F8744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1FD1AD-93C1-44B3-9CEA-A087ACD4B446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504710"/>
              <a:ext cx="2104654" cy="4012522"/>
              <a:chOff x="1997999" y="1592796"/>
              <a:chExt cx="1624219" cy="40125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4A535B-F38B-46A4-8808-9D16086BBE4B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DDD6-0DDF-46EB-8304-414A01FEA314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504710"/>
              <a:ext cx="2137040" cy="4012522"/>
              <a:chOff x="3762000" y="1592796"/>
              <a:chExt cx="1620000" cy="40125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09DBA4-CECC-4B05-8E4D-E3C78F15AF7D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71FE10-44FE-47CD-B9AB-809E31399F9F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2591669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63352" y="727532"/>
            <a:ext cx="11665296" cy="5041728"/>
            <a:chOff x="355926" y="727532"/>
            <a:chExt cx="11475720" cy="504172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82268C-9BAC-7659-41F6-E60B1E6D5D9F}"/>
                </a:ext>
              </a:extLst>
            </p:cNvPr>
            <p:cNvGrpSpPr/>
            <p:nvPr/>
          </p:nvGrpSpPr>
          <p:grpSpPr>
            <a:xfrm>
              <a:off x="355926" y="727532"/>
              <a:ext cx="11475720" cy="1045220"/>
              <a:chOff x="234000" y="727532"/>
              <a:chExt cx="8676000" cy="104522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31074AF-1139-F16E-0F50-CD8B2B767371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Name/Type1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C44BFA-55BF-BC67-7ABF-D4EC10CEACEC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Name/Type2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E35FA-963C-3710-0C5B-26701143BEB1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Name/Type3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4D70EE5-0419-CD6B-654F-24C295C03E85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Name/Type4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8EA32CE-D193-3FFA-0140-47E691560624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Name/Type5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878A995-7BD8-D9FA-A921-0730D0AE39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727532"/>
                <a:ext cx="0" cy="4663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560590-CCCE-9A44-3189-F0AC78BF9C19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F70CA1D-BD0B-23CC-BF48-C09B42A9CF8D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E5F6746-207E-3550-8D1B-70158CD4FF26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1953E39-57A7-A00B-4840-A5B76C4F2005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88B5644-6A0C-3153-C492-562F8E0B198A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647E81-7C8F-4BC8-CC0D-36162C4C7ACC}"/>
                </a:ext>
              </a:extLst>
            </p:cNvPr>
            <p:cNvGrpSpPr/>
            <p:nvPr/>
          </p:nvGrpSpPr>
          <p:grpSpPr>
            <a:xfrm>
              <a:off x="355926" y="1756738"/>
              <a:ext cx="2141062" cy="4012522"/>
              <a:chOff x="234000" y="1592796"/>
              <a:chExt cx="1620000" cy="4012522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37C433B-D582-7B70-69CA-89C10E5A5530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C419FF2-2879-1B44-D74D-4A0DF2CECEC2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3C7AF3B-2B06-42C1-0E6C-63CD1F2515F4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4B45E05-5269-AD6F-98B1-0858A339D9AD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8ACD32D-0647-86B4-2F29-FE815AE59553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1FD7A8E-1FFF-977E-93B2-CD717D1EA7A5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0A8AF8E-2140-9322-C894-DC5D37881265}"/>
                </a:ext>
              </a:extLst>
            </p:cNvPr>
            <p:cNvGrpSpPr/>
            <p:nvPr/>
          </p:nvGrpSpPr>
          <p:grpSpPr>
            <a:xfrm>
              <a:off x="7350062" y="1756738"/>
              <a:ext cx="2141062" cy="4012522"/>
              <a:chOff x="5526000" y="1592796"/>
              <a:chExt cx="1620000" cy="4012522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94008D4-BC4D-F119-E1B6-D10D8851E2C4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566B8A5-C66C-2BC6-35D9-2FA7F3BEC953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760B5FB-CDD3-027F-ED14-1B047A7D8BEB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9BDEBBB5-E5EF-85A3-6391-406B5FDB7796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C6A39759-6FF6-E28B-C0CC-767FF2B140D4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2C1B5F3-F5DE-8705-3186-79B011B95F5C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440E243-40DE-D26B-2450-2990CC37F047}"/>
                </a:ext>
              </a:extLst>
            </p:cNvPr>
            <p:cNvGrpSpPr/>
            <p:nvPr/>
          </p:nvGrpSpPr>
          <p:grpSpPr>
            <a:xfrm>
              <a:off x="9681440" y="1756738"/>
              <a:ext cx="2141062" cy="4012522"/>
              <a:chOff x="7290000" y="1592796"/>
              <a:chExt cx="1620000" cy="4012522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3B59D0A-A07D-DCFE-A665-2FFD969937F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354AF82-867B-126F-5B32-B8EB33EE9E14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45ACDBE-7E96-11EA-7AC1-F84F24898110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E58C68-E211-5493-44D0-40CFAFE85E7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3741F1D-56ED-7754-1118-DDB79A58F660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A8B51FB-C8C0-87DC-C681-BD086456D191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FD9DD5-E0E8-899F-3F21-D9233083D736}"/>
                </a:ext>
              </a:extLst>
            </p:cNvPr>
            <p:cNvGrpSpPr/>
            <p:nvPr/>
          </p:nvGrpSpPr>
          <p:grpSpPr>
            <a:xfrm>
              <a:off x="2687304" y="1756738"/>
              <a:ext cx="2141062" cy="4012522"/>
              <a:chOff x="1998000" y="1592796"/>
              <a:chExt cx="1620000" cy="4012522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22D90FA-C2C9-2E57-7F84-1D821BE0DB9C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773BCFC-EF3B-F21E-4A75-EEA93F9207D0}"/>
                  </a:ext>
                </a:extLst>
              </p:cNvPr>
              <p:cNvSpPr/>
              <p:nvPr/>
            </p:nvSpPr>
            <p:spPr>
              <a:xfrm>
                <a:off x="1998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79AC32A-7146-8584-547E-A82FC1A10315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C4F8704-5CDB-EF55-A305-BF43485F8857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1822A3C-ABD4-C1A7-7C36-6429781375AC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E834D5D-7ADA-5963-7190-C6984F3A38A2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BE01702-8256-76C4-B478-939BCF8736A3}"/>
                </a:ext>
              </a:extLst>
            </p:cNvPr>
            <p:cNvGrpSpPr/>
            <p:nvPr/>
          </p:nvGrpSpPr>
          <p:grpSpPr>
            <a:xfrm>
              <a:off x="5018683" y="1756738"/>
              <a:ext cx="2141062" cy="4012522"/>
              <a:chOff x="3762000" y="1592796"/>
              <a:chExt cx="1620000" cy="40125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E3F6BFF-C22A-2D9F-7A44-EE12143AA45A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74F0608-159B-CAC8-BC05-676CDBFBBAE9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12A22D1-7849-575B-2BDE-4B4F1251AEA3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FE34EFF-F0B5-932E-6D46-BABB48F54092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E37D7D2-9409-5ADE-1C6A-789EAD67BAA0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C5A7C2F-74A4-309D-2C64-C97E4D9A74CB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2836978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63352" y="727532"/>
            <a:ext cx="11665296" cy="5041728"/>
            <a:chOff x="355926" y="727532"/>
            <a:chExt cx="11475720" cy="504172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82268C-9BAC-7659-41F6-E60B1E6D5D9F}"/>
                </a:ext>
              </a:extLst>
            </p:cNvPr>
            <p:cNvGrpSpPr/>
            <p:nvPr/>
          </p:nvGrpSpPr>
          <p:grpSpPr>
            <a:xfrm>
              <a:off x="355926" y="727532"/>
              <a:ext cx="11475720" cy="1045220"/>
              <a:chOff x="234000" y="727532"/>
              <a:chExt cx="8676000" cy="104522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31074AF-1139-F16E-0F50-CD8B2B767371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Name/Type6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C44BFA-55BF-BC67-7ABF-D4EC10CEACEC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Name/Type7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3E35FA-963C-3710-0C5B-26701143BEB1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Name/Type8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4D70EE5-0419-CD6B-654F-24C295C03E85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Name/Type9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8EA32CE-D193-3FFA-0140-47E691560624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57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 Name/Type10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878A995-7BD8-D9FA-A921-0730D0AE39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727532"/>
                <a:ext cx="0" cy="4663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560590-CCCE-9A44-3189-F0AC78BF9C19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F70CA1D-BD0B-23CC-BF48-C09B42A9CF8D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E5F6746-207E-3550-8D1B-70158CD4FF26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1953E39-57A7-A00B-4840-A5B76C4F2005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88B5644-6A0C-3153-C492-562F8E0B198A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647E81-7C8F-4BC8-CC0D-36162C4C7ACC}"/>
                </a:ext>
              </a:extLst>
            </p:cNvPr>
            <p:cNvGrpSpPr/>
            <p:nvPr/>
          </p:nvGrpSpPr>
          <p:grpSpPr>
            <a:xfrm>
              <a:off x="355926" y="1756738"/>
              <a:ext cx="2141062" cy="4012522"/>
              <a:chOff x="234000" y="1592796"/>
              <a:chExt cx="1620000" cy="4012522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37C433B-D582-7B70-69CA-89C10E5A5530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C419FF2-2879-1B44-D74D-4A0DF2CECEC2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3C7AF3B-2B06-42C1-0E6C-63CD1F2515F4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4B45E05-5269-AD6F-98B1-0858A339D9AD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8ACD32D-0647-86B4-2F29-FE815AE59553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1FD7A8E-1FFF-977E-93B2-CD717D1EA7A5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0A8AF8E-2140-9322-C894-DC5D37881265}"/>
                </a:ext>
              </a:extLst>
            </p:cNvPr>
            <p:cNvGrpSpPr/>
            <p:nvPr/>
          </p:nvGrpSpPr>
          <p:grpSpPr>
            <a:xfrm>
              <a:off x="7350062" y="1756738"/>
              <a:ext cx="2141062" cy="4012522"/>
              <a:chOff x="5526000" y="1592796"/>
              <a:chExt cx="1620000" cy="4012522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94008D4-BC4D-F119-E1B6-D10D8851E2C4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566B8A5-C66C-2BC6-35D9-2FA7F3BEC953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760B5FB-CDD3-027F-ED14-1B047A7D8BEB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9BDEBBB5-E5EF-85A3-6391-406B5FDB7796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C6A39759-6FF6-E28B-C0CC-767FF2B140D4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2C1B5F3-F5DE-8705-3186-79B011B95F5C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440E243-40DE-D26B-2450-2990CC37F047}"/>
                </a:ext>
              </a:extLst>
            </p:cNvPr>
            <p:cNvGrpSpPr/>
            <p:nvPr/>
          </p:nvGrpSpPr>
          <p:grpSpPr>
            <a:xfrm>
              <a:off x="9681440" y="1756738"/>
              <a:ext cx="2141062" cy="4012522"/>
              <a:chOff x="7290000" y="1592796"/>
              <a:chExt cx="1620000" cy="4012522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3B59D0A-A07D-DCFE-A665-2FFD969937F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354AF82-867B-126F-5B32-B8EB33EE9E14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45ACDBE-7E96-11EA-7AC1-F84F24898110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8E58C68-E211-5493-44D0-40CFAFE85E7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3741F1D-56ED-7754-1118-DDB79A58F660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A8B51FB-C8C0-87DC-C681-BD086456D191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FD9DD5-E0E8-899F-3F21-D9233083D736}"/>
                </a:ext>
              </a:extLst>
            </p:cNvPr>
            <p:cNvGrpSpPr/>
            <p:nvPr/>
          </p:nvGrpSpPr>
          <p:grpSpPr>
            <a:xfrm>
              <a:off x="2687304" y="1756738"/>
              <a:ext cx="2141062" cy="4012522"/>
              <a:chOff x="1998000" y="1592796"/>
              <a:chExt cx="1620000" cy="4012522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22D90FA-C2C9-2E57-7F84-1D821BE0DB9C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773BCFC-EF3B-F21E-4A75-EEA93F9207D0}"/>
                  </a:ext>
                </a:extLst>
              </p:cNvPr>
              <p:cNvSpPr/>
              <p:nvPr/>
            </p:nvSpPr>
            <p:spPr>
              <a:xfrm>
                <a:off x="1998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79AC32A-7146-8584-547E-A82FC1A10315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C4F8704-5CDB-EF55-A305-BF43485F8857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1822A3C-ABD4-C1A7-7C36-6429781375AC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E834D5D-7ADA-5963-7190-C6984F3A38A2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BE01702-8256-76C4-B478-939BCF8736A3}"/>
                </a:ext>
              </a:extLst>
            </p:cNvPr>
            <p:cNvGrpSpPr/>
            <p:nvPr/>
          </p:nvGrpSpPr>
          <p:grpSpPr>
            <a:xfrm>
              <a:off x="5018683" y="1756738"/>
              <a:ext cx="2141062" cy="4012522"/>
              <a:chOff x="3762000" y="1592796"/>
              <a:chExt cx="1620000" cy="4012522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E3F6BFF-C22A-2D9F-7A44-EE12143AA45A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74F0608-159B-CAC8-BC05-676CDBFBBAE9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12A22D1-7849-575B-2BDE-4B4F1251AEA3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FE34EFF-F0B5-932E-6D46-BABB48F54092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E37D7D2-9409-5ADE-1C6A-789EAD67BAA0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C5A7C2F-74A4-309D-2C64-C97E4D9A74CB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028031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13406" y="1901463"/>
            <a:ext cx="5012568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System Block Diagram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1380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3804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3406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3804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13804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13804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3946CD83-B9AE-435B-346A-1A49A1D9CCC8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91B6F0-3FCF-FA1D-3A8B-0EC7A4D9DEB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</p:spTree>
    <p:extLst>
      <p:ext uri="{BB962C8B-B14F-4D97-AF65-F5344CB8AC3E}">
        <p14:creationId xmlns:p14="http://schemas.microsoft.com/office/powerpoint/2010/main" val="1582830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000472"/>
            <a:ext cx="11665296" cy="4876800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Block Diagram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boundaries. Diagram can be distributed in multiple slides.)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(Cover all Mechanical assembly, Electrical/Electronic units, Hydraulic System, FIM, External interfaces)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(Provide hyperlink to each block &amp; link with its slide of Brief description)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Block Diagram</a:t>
            </a:r>
          </a:p>
        </p:txBody>
      </p:sp>
    </p:spTree>
    <p:extLst>
      <p:ext uri="{BB962C8B-B14F-4D97-AF65-F5344CB8AC3E}">
        <p14:creationId xmlns:p14="http://schemas.microsoft.com/office/powerpoint/2010/main" val="3677253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215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12152" y="2472901"/>
            <a:ext cx="5026876" cy="467388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Mechanical Assembly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91215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2152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215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1215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12152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D5CEAB1C-C5A3-570E-C583-95392C6349E0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F78A92-4A67-4995-34C0-C5444E8DFC44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</p:spTree>
    <p:extLst>
      <p:ext uri="{BB962C8B-B14F-4D97-AF65-F5344CB8AC3E}">
        <p14:creationId xmlns:p14="http://schemas.microsoft.com/office/powerpoint/2010/main" val="1625081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64704"/>
            <a:ext cx="11665296" cy="4903688"/>
            <a:chOff x="352782" y="764704"/>
            <a:chExt cx="11475830" cy="490368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764704"/>
              <a:ext cx="11475720" cy="891166"/>
              <a:chOff x="234000" y="701630"/>
              <a:chExt cx="8676000" cy="8911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Category1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Category2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Category3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Category4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Category5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2C0113-1371-46B5-9FC0-67CB919E082E}"/>
                  </a:ext>
                </a:extLst>
              </p:cNvPr>
              <p:cNvCxnSpPr/>
              <p:nvPr/>
            </p:nvCxnSpPr>
            <p:spPr>
              <a:xfrm flipV="1">
                <a:off x="4571999" y="701630"/>
                <a:ext cx="0" cy="511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DC0184B-B2F1-49F5-8333-35B4F9967C3E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A099BA-DAF2-4E29-B3C7-507B834053D5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5E9F393-A453-4F65-BDFB-8010297D2A23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24BD44D-2217-4207-8F2B-13C2F2E43892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FCDDC9F-4F62-4E0D-B607-EF693700B013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655870"/>
              <a:ext cx="2122300" cy="4012522"/>
              <a:chOff x="234000" y="1592796"/>
              <a:chExt cx="1620000" cy="401252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54BA07-2609-48F5-B19D-79EB01B43E9B}"/>
                  </a:ext>
                </a:extLst>
              </p:cNvPr>
              <p:cNvCxnSpPr/>
              <p:nvPr/>
            </p:nvCxnSpPr>
            <p:spPr>
              <a:xfrm>
                <a:off x="234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solidFill>
                <a:srgbClr val="004B86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6F88DF-01C8-4589-9FC6-3D6FFB73DCEB}"/>
                  </a:ext>
                </a:extLst>
              </p:cNvPr>
              <p:cNvSpPr/>
              <p:nvPr/>
            </p:nvSpPr>
            <p:spPr>
              <a:xfrm>
                <a:off x="234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655870"/>
              <a:ext cx="2130991" cy="4012522"/>
              <a:chOff x="5526000" y="1592796"/>
              <a:chExt cx="1620000" cy="401252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4088D9-E149-4A74-BACB-6A2E771FDFB3}"/>
                  </a:ext>
                </a:extLst>
              </p:cNvPr>
              <p:cNvCxnSpPr/>
              <p:nvPr/>
            </p:nvCxnSpPr>
            <p:spPr>
              <a:xfrm>
                <a:off x="5526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07F5F32-D63D-4D2C-9FF2-13818E8ACFFF}"/>
                  </a:ext>
                </a:extLst>
              </p:cNvPr>
              <p:cNvSpPr/>
              <p:nvPr/>
            </p:nvSpPr>
            <p:spPr>
              <a:xfrm>
                <a:off x="5526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655870"/>
              <a:ext cx="2140845" cy="4012522"/>
              <a:chOff x="7290000" y="1592796"/>
              <a:chExt cx="1620000" cy="40125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6A1F42-C490-4100-B8F1-40E8E8F8744B}"/>
                  </a:ext>
                </a:extLst>
              </p:cNvPr>
              <p:cNvCxnSpPr/>
              <p:nvPr/>
            </p:nvCxnSpPr>
            <p:spPr>
              <a:xfrm>
                <a:off x="7290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D1FD1AD-93C1-44B3-9CEA-A087ACD4B446}"/>
                  </a:ext>
                </a:extLst>
              </p:cNvPr>
              <p:cNvSpPr/>
              <p:nvPr/>
            </p:nvSpPr>
            <p:spPr>
              <a:xfrm>
                <a:off x="7290000" y="5029318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655870"/>
              <a:ext cx="2104654" cy="4012522"/>
              <a:chOff x="1997999" y="1592796"/>
              <a:chExt cx="1624219" cy="4012522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4A535B-F38B-46A4-8808-9D16086BBE4B}"/>
                  </a:ext>
                </a:extLst>
              </p:cNvPr>
              <p:cNvCxnSpPr/>
              <p:nvPr/>
            </p:nvCxnSpPr>
            <p:spPr>
              <a:xfrm>
                <a:off x="1998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68DDD6-0DDF-46EB-8304-414A01FEA314}"/>
                  </a:ext>
                </a:extLst>
              </p:cNvPr>
              <p:cNvSpPr/>
              <p:nvPr/>
            </p:nvSpPr>
            <p:spPr>
              <a:xfrm>
                <a:off x="1998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655870"/>
              <a:ext cx="2137040" cy="4012522"/>
              <a:chOff x="3762000" y="1592796"/>
              <a:chExt cx="1620000" cy="40125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09DBA4-CECC-4B05-8E4D-E3C78F15AF7D}"/>
                  </a:ext>
                </a:extLst>
              </p:cNvPr>
              <p:cNvCxnSpPr/>
              <p:nvPr/>
            </p:nvCxnSpPr>
            <p:spPr>
              <a:xfrm>
                <a:off x="3762000" y="1592796"/>
                <a:ext cx="0" cy="343652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71FE10-44FE-47CD-B9AB-809E31399F9F}"/>
                  </a:ext>
                </a:extLst>
              </p:cNvPr>
              <p:cNvSpPr/>
              <p:nvPr/>
            </p:nvSpPr>
            <p:spPr>
              <a:xfrm>
                <a:off x="3762000" y="5029318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9099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Mechanical Assembly</a:t>
            </a:r>
          </a:p>
        </p:txBody>
      </p:sp>
    </p:spTree>
    <p:extLst>
      <p:ext uri="{BB962C8B-B14F-4D97-AF65-F5344CB8AC3E}">
        <p14:creationId xmlns:p14="http://schemas.microsoft.com/office/powerpoint/2010/main" val="2731859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Mechanical Assembly</a:t>
            </a:r>
          </a:p>
        </p:txBody>
      </p:sp>
    </p:spTree>
    <p:extLst>
      <p:ext uri="{BB962C8B-B14F-4D97-AF65-F5344CB8AC3E}">
        <p14:creationId xmlns:p14="http://schemas.microsoft.com/office/powerpoint/2010/main" val="3017661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Mechanical Assembly</a:t>
            </a:r>
          </a:p>
        </p:txBody>
      </p:sp>
    </p:spTree>
    <p:extLst>
      <p:ext uri="{BB962C8B-B14F-4D97-AF65-F5344CB8AC3E}">
        <p14:creationId xmlns:p14="http://schemas.microsoft.com/office/powerpoint/2010/main" val="4220133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Mechanical Assembly</a:t>
            </a:r>
          </a:p>
        </p:txBody>
      </p:sp>
    </p:spTree>
    <p:extLst>
      <p:ext uri="{BB962C8B-B14F-4D97-AF65-F5344CB8AC3E}">
        <p14:creationId xmlns:p14="http://schemas.microsoft.com/office/powerpoint/2010/main" val="1495946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Mechanical Assembly</a:t>
            </a:r>
          </a:p>
        </p:txBody>
      </p:sp>
    </p:spTree>
    <p:extLst>
      <p:ext uri="{BB962C8B-B14F-4D97-AF65-F5344CB8AC3E}">
        <p14:creationId xmlns:p14="http://schemas.microsoft.com/office/powerpoint/2010/main" val="1893726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37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37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374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374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CB585C6-1E2A-417B-963A-D248CF9C8832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374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374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01374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DF73A1B1-FCB7-4FFC-01E2-35483E29BF9F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F20B65C-5406-D1EE-70BE-44EC857C0CB4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628615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Electrical / Electronic Unit</a:t>
            </a:r>
          </a:p>
        </p:txBody>
      </p:sp>
    </p:spTree>
    <p:extLst>
      <p:ext uri="{BB962C8B-B14F-4D97-AF65-F5344CB8AC3E}">
        <p14:creationId xmlns:p14="http://schemas.microsoft.com/office/powerpoint/2010/main" val="2510055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Electrical / Electronic Unit</a:t>
            </a:r>
          </a:p>
        </p:txBody>
      </p:sp>
    </p:spTree>
    <p:extLst>
      <p:ext uri="{BB962C8B-B14F-4D97-AF65-F5344CB8AC3E}">
        <p14:creationId xmlns:p14="http://schemas.microsoft.com/office/powerpoint/2010/main" val="3219925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Electrical / Electronic Unit</a:t>
            </a:r>
          </a:p>
        </p:txBody>
      </p:sp>
    </p:spTree>
    <p:extLst>
      <p:ext uri="{BB962C8B-B14F-4D97-AF65-F5344CB8AC3E}">
        <p14:creationId xmlns:p14="http://schemas.microsoft.com/office/powerpoint/2010/main" val="1725459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Electrical / Electronic Unit</a:t>
            </a:r>
          </a:p>
        </p:txBody>
      </p:sp>
    </p:spTree>
    <p:extLst>
      <p:ext uri="{BB962C8B-B14F-4D97-AF65-F5344CB8AC3E}">
        <p14:creationId xmlns:p14="http://schemas.microsoft.com/office/powerpoint/2010/main" val="3716294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097" y="1854814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097" y="2431761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3097" y="3008708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3097" y="1277867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CB585C6-1E2A-417B-963A-D248CF9C8832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3097" y="3585246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13097" y="4161375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13097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6CA4E3D0-C5EB-DB6F-AE46-33B278A640AA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15A159-2661-6DB7-4170-E4E5AF79ABB9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65832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Hydraulic System</a:t>
            </a:r>
          </a:p>
        </p:txBody>
      </p:sp>
    </p:spTree>
    <p:extLst>
      <p:ext uri="{BB962C8B-B14F-4D97-AF65-F5344CB8AC3E}">
        <p14:creationId xmlns:p14="http://schemas.microsoft.com/office/powerpoint/2010/main" val="1466310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Hydraulic System</a:t>
            </a:r>
          </a:p>
        </p:txBody>
      </p:sp>
    </p:spTree>
    <p:extLst>
      <p:ext uri="{BB962C8B-B14F-4D97-AF65-F5344CB8AC3E}">
        <p14:creationId xmlns:p14="http://schemas.microsoft.com/office/powerpoint/2010/main" val="695249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Hydraulic System</a:t>
            </a:r>
          </a:p>
        </p:txBody>
      </p:sp>
    </p:spTree>
    <p:extLst>
      <p:ext uri="{BB962C8B-B14F-4D97-AF65-F5344CB8AC3E}">
        <p14:creationId xmlns:p14="http://schemas.microsoft.com/office/powerpoint/2010/main" val="4158670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Hydraulic System</a:t>
            </a:r>
          </a:p>
        </p:txBody>
      </p:sp>
    </p:spTree>
    <p:extLst>
      <p:ext uri="{BB962C8B-B14F-4D97-AF65-F5344CB8AC3E}">
        <p14:creationId xmlns:p14="http://schemas.microsoft.com/office/powerpoint/2010/main" val="2166355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23257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23257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23257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923257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CB585C6-1E2A-417B-963A-D248CF9C8832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23257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23257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3C3323-0B48-407D-B0E9-0ED697A27317}"/>
              </a:ext>
            </a:extLst>
          </p:cNvPr>
          <p:cNvGrpSpPr/>
          <p:nvPr/>
        </p:nvGrpSpPr>
        <p:grpSpPr>
          <a:xfrm>
            <a:off x="6923257" y="4772518"/>
            <a:ext cx="5026876" cy="468000"/>
            <a:chOff x="4648200" y="3171011"/>
            <a:chExt cx="4038600" cy="3891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E9F331-77E9-44CA-9426-1CC823F492A6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External Interfaces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7748E7-16BA-4419-A202-C8F1C4F76CFC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7A64C995-14C1-7989-EBDD-CD3A94401364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CDB828-38AF-75A6-67CA-CDBEC21027A2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589106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1965382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0204763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1672635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4556572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603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Block Diagram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603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Mechanical Assembly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6034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Electrical / Electronic Unit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6034" y="1318392"/>
            <a:ext cx="5027274" cy="468000"/>
            <a:chOff x="6973382" y="1318392"/>
            <a:chExt cx="5027274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973382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System Tree 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911037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CB585C6-1E2A-417B-963A-D248CF9C8832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6034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Hydraulic System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16034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5E9F331-77E9-44CA-9426-1CC823F492A6}"/>
              </a:ext>
            </a:extLst>
          </p:cNvPr>
          <p:cNvSpPr/>
          <p:nvPr/>
        </p:nvSpPr>
        <p:spPr>
          <a:xfrm>
            <a:off x="6899811" y="4773331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External Interfaces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B8ADAD4-742F-7B90-C22D-CDDF28135047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16BF7D-5C9E-FD13-E1FC-1DAF5DC770D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627155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32181462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2699190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13484194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Technical Description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Assembly&gt;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151699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432096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079134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Unpacking &amp; Removal of Preservatives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49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Initial Preparation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3494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Installation Procedure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3495" y="1318392"/>
            <a:ext cx="5026876" cy="468000"/>
            <a:chOff x="6811835" y="1318392"/>
            <a:chExt cx="5026876" cy="468000"/>
          </a:xfrm>
        </p:grpSpPr>
        <p:grpSp>
          <p:nvGrpSpPr>
            <p:cNvPr id="5" name="Group 4"/>
            <p:cNvGrpSpPr/>
            <p:nvPr/>
          </p:nvGrpSpPr>
          <p:grpSpPr>
            <a:xfrm>
              <a:off x="6811835" y="1318392"/>
              <a:ext cx="5026876" cy="468000"/>
              <a:chOff x="6811835" y="1318392"/>
              <a:chExt cx="5026876" cy="468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11835" y="1318800"/>
                <a:ext cx="5026876" cy="4675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Supply List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1749091" y="1318392"/>
                <a:ext cx="89619" cy="46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4238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12054325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5165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Unpacking &amp; Removal of Preservatives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5165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Initial Preparation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5165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Installation Procedure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15165" y="1318800"/>
            <a:ext cx="5014178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Supply List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35661579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Supply List</a:t>
            </a:r>
          </a:p>
        </p:txBody>
      </p:sp>
    </p:spTree>
    <p:extLst>
      <p:ext uri="{BB962C8B-B14F-4D97-AF65-F5344CB8AC3E}">
        <p14:creationId xmlns:p14="http://schemas.microsoft.com/office/powerpoint/2010/main" val="2831809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29463" y="1895677"/>
            <a:ext cx="5007390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Unpacking &amp; Removal of Preservatives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25217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Initial Preparation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25217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Installation Procedure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25217" y="1318392"/>
            <a:ext cx="5026877" cy="468000"/>
            <a:chOff x="6811834" y="1318392"/>
            <a:chExt cx="5026877" cy="468000"/>
          </a:xfrm>
        </p:grpSpPr>
        <p:grpSp>
          <p:nvGrpSpPr>
            <p:cNvPr id="5" name="Group 4"/>
            <p:cNvGrpSpPr/>
            <p:nvPr/>
          </p:nvGrpSpPr>
          <p:grpSpPr>
            <a:xfrm>
              <a:off x="6811834" y="1318392"/>
              <a:ext cx="5026877" cy="468000"/>
              <a:chOff x="6811835" y="1318392"/>
              <a:chExt cx="5026876" cy="468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11835" y="1318800"/>
                <a:ext cx="5026876" cy="4675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Supply List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1749091" y="1318392"/>
                <a:ext cx="89619" cy="46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4238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29478219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Unpacking &amp; Removal of Preservatives</a:t>
            </a:r>
          </a:p>
        </p:txBody>
      </p:sp>
    </p:spTree>
    <p:extLst>
      <p:ext uri="{BB962C8B-B14F-4D97-AF65-F5344CB8AC3E}">
        <p14:creationId xmlns:p14="http://schemas.microsoft.com/office/powerpoint/2010/main" val="3670060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Unpacking &amp; Removal of Preservatives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13494" y="2472901"/>
            <a:ext cx="5010834" cy="467388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Initial Preparation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913494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Installation Procedure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3495" y="1318392"/>
            <a:ext cx="5026876" cy="468000"/>
            <a:chOff x="6811835" y="1318392"/>
            <a:chExt cx="5026876" cy="468000"/>
          </a:xfrm>
        </p:grpSpPr>
        <p:grpSp>
          <p:nvGrpSpPr>
            <p:cNvPr id="5" name="Group 4"/>
            <p:cNvGrpSpPr/>
            <p:nvPr/>
          </p:nvGrpSpPr>
          <p:grpSpPr>
            <a:xfrm>
              <a:off x="6811835" y="1318392"/>
              <a:ext cx="5026876" cy="468000"/>
              <a:chOff x="6811835" y="1318392"/>
              <a:chExt cx="5026876" cy="468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11835" y="1318800"/>
                <a:ext cx="5026876" cy="4675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Supply List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1749091" y="1318392"/>
                <a:ext cx="89619" cy="46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4238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15740887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Initial Preparation</a:t>
            </a:r>
          </a:p>
        </p:txBody>
      </p:sp>
    </p:spTree>
    <p:extLst>
      <p:ext uri="{BB962C8B-B14F-4D97-AF65-F5344CB8AC3E}">
        <p14:creationId xmlns:p14="http://schemas.microsoft.com/office/powerpoint/2010/main" val="2649717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Unpacking &amp; Removal of Preservatives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49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Initial Preparation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924924" y="3050046"/>
            <a:ext cx="5007600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Installation Procedure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13495" y="1318392"/>
            <a:ext cx="5026876" cy="468000"/>
            <a:chOff x="6811835" y="1318392"/>
            <a:chExt cx="5026876" cy="468000"/>
          </a:xfrm>
        </p:grpSpPr>
        <p:grpSp>
          <p:nvGrpSpPr>
            <p:cNvPr id="5" name="Group 4"/>
            <p:cNvGrpSpPr/>
            <p:nvPr/>
          </p:nvGrpSpPr>
          <p:grpSpPr>
            <a:xfrm>
              <a:off x="6811835" y="1318392"/>
              <a:ext cx="5026876" cy="468000"/>
              <a:chOff x="6811835" y="1318392"/>
              <a:chExt cx="5026876" cy="468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11835" y="1318800"/>
                <a:ext cx="5026876" cy="4675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Supply List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1749091" y="1318392"/>
                <a:ext cx="89619" cy="46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4238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34498583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4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Unpacking &amp; Removal of Preservatives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494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Initial Preparation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924924" y="3050046"/>
            <a:ext cx="5007600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Installation Procedure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13495" y="1318392"/>
            <a:ext cx="5026876" cy="468000"/>
            <a:chOff x="6811835" y="1318392"/>
            <a:chExt cx="5026876" cy="468000"/>
          </a:xfrm>
        </p:grpSpPr>
        <p:grpSp>
          <p:nvGrpSpPr>
            <p:cNvPr id="5" name="Group 4"/>
            <p:cNvGrpSpPr/>
            <p:nvPr/>
          </p:nvGrpSpPr>
          <p:grpSpPr>
            <a:xfrm>
              <a:off x="6811835" y="1318392"/>
              <a:ext cx="5026876" cy="468000"/>
              <a:chOff x="6811835" y="1318392"/>
              <a:chExt cx="5026876" cy="4680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11835" y="1318800"/>
                <a:ext cx="5026876" cy="4675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Supply List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1749091" y="1318392"/>
                <a:ext cx="89619" cy="46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4238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3145953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Preparation for Use &amp; Installation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Installation Procedure</a:t>
            </a:r>
          </a:p>
        </p:txBody>
      </p:sp>
    </p:spTree>
    <p:extLst>
      <p:ext uri="{BB962C8B-B14F-4D97-AF65-F5344CB8AC3E}">
        <p14:creationId xmlns:p14="http://schemas.microsoft.com/office/powerpoint/2010/main" val="6257657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  <a:solidFill>
            <a:srgbClr val="003F72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4452131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  <a:solidFill>
            <a:srgbClr val="003F72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2971991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5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ON Procedure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495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Pre-checks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3495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Modes of Operation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3495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3495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OFF Procedure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31021267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3495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ON Procedure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3495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Pre-checks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13495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Modes of Operation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13495" y="1318800"/>
            <a:ext cx="5026876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Precautions &amp; Safety measures 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3495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OFF Procedure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25835102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Precautions &amp; Safety measures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Operator</a:t>
            </a:r>
          </a:p>
        </p:txBody>
      </p:sp>
    </p:spTree>
    <p:extLst>
      <p:ext uri="{BB962C8B-B14F-4D97-AF65-F5344CB8AC3E}">
        <p14:creationId xmlns:p14="http://schemas.microsoft.com/office/powerpoint/2010/main" val="5251372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Precautions &amp; Safety measures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Equipment</a:t>
            </a:r>
          </a:p>
        </p:txBody>
      </p:sp>
    </p:spTree>
    <p:extLst>
      <p:ext uri="{BB962C8B-B14F-4D97-AF65-F5344CB8AC3E}">
        <p14:creationId xmlns:p14="http://schemas.microsoft.com/office/powerpoint/2010/main" val="5019547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00969" y="1895677"/>
            <a:ext cx="5026876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Power ON Procedure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00969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Pre-checks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0969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Modes of Operation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0969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0969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OFF Procedure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41232627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Power ON Procedure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Power ON prerequisites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Pre-checks</a:t>
            </a:r>
          </a:p>
        </p:txBody>
      </p:sp>
    </p:spTree>
    <p:extLst>
      <p:ext uri="{BB962C8B-B14F-4D97-AF65-F5344CB8AC3E}">
        <p14:creationId xmlns:p14="http://schemas.microsoft.com/office/powerpoint/2010/main" val="19212337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Power ON Procedure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Power ON prerequisites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Pre-settings</a:t>
            </a:r>
          </a:p>
        </p:txBody>
      </p:sp>
    </p:spTree>
    <p:extLst>
      <p:ext uri="{BB962C8B-B14F-4D97-AF65-F5344CB8AC3E}">
        <p14:creationId xmlns:p14="http://schemas.microsoft.com/office/powerpoint/2010/main" val="33046583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Power ON Procedure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Unit / Assembly&gt;</a:t>
            </a:r>
          </a:p>
        </p:txBody>
      </p:sp>
    </p:spTree>
    <p:extLst>
      <p:ext uri="{BB962C8B-B14F-4D97-AF65-F5344CB8AC3E}">
        <p14:creationId xmlns:p14="http://schemas.microsoft.com/office/powerpoint/2010/main" val="13089762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4298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ON Procedure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14298" y="2472901"/>
            <a:ext cx="5026876" cy="467388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System Pre-checks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914298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Modes of Operation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14298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4298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OFF Procedure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8645156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Pre-checks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Sub-system / Assembly / Unit&gt;</a:t>
            </a:r>
          </a:p>
        </p:txBody>
      </p:sp>
    </p:spTree>
    <p:extLst>
      <p:ext uri="{BB962C8B-B14F-4D97-AF65-F5344CB8AC3E}">
        <p14:creationId xmlns:p14="http://schemas.microsoft.com/office/powerpoint/2010/main" val="10175332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14298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ON Procedure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14298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Pre-checks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914298" y="3050046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Modes of Operation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14298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14298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OFF Procedure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28258564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Modes of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Operating Mode 1&gt;</a:t>
            </a:r>
          </a:p>
        </p:txBody>
      </p:sp>
    </p:spTree>
    <p:extLst>
      <p:ext uri="{BB962C8B-B14F-4D97-AF65-F5344CB8AC3E}">
        <p14:creationId xmlns:p14="http://schemas.microsoft.com/office/powerpoint/2010/main" val="1379601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Modes of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Operating Mode 2&gt;</a:t>
            </a:r>
          </a:p>
        </p:txBody>
      </p:sp>
    </p:spTree>
    <p:extLst>
      <p:ext uri="{BB962C8B-B14F-4D97-AF65-F5344CB8AC3E}">
        <p14:creationId xmlns:p14="http://schemas.microsoft.com/office/powerpoint/2010/main" val="35556518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Modes of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Operating Mode 3&gt;</a:t>
            </a:r>
          </a:p>
        </p:txBody>
      </p:sp>
    </p:spTree>
    <p:extLst>
      <p:ext uri="{BB962C8B-B14F-4D97-AF65-F5344CB8AC3E}">
        <p14:creationId xmlns:p14="http://schemas.microsoft.com/office/powerpoint/2010/main" val="16848627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Power ON Procedure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Pre-checks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Modes of Operation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BD011A4-620A-4943-9567-F5577C360170}"/>
              </a:ext>
            </a:extLst>
          </p:cNvPr>
          <p:cNvSpPr/>
          <p:nvPr/>
        </p:nvSpPr>
        <p:spPr>
          <a:xfrm>
            <a:off x="6901772" y="3626584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Power OFF Procedure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33472340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Operating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Power OFF Procedure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Unit / Assembly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14725934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623004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8056442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Chart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4360844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Chart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01772" y="1318800"/>
            <a:ext cx="5026876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Precautions &amp; Safety measures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749104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Precautions &amp; Safety measures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Personnel</a:t>
            </a:r>
          </a:p>
        </p:txBody>
      </p:sp>
    </p:spTree>
    <p:extLst>
      <p:ext uri="{BB962C8B-B14F-4D97-AF65-F5344CB8AC3E}">
        <p14:creationId xmlns:p14="http://schemas.microsoft.com/office/powerpoint/2010/main" val="16620026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Precautions &amp; Safety measures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Equipment</a:t>
            </a:r>
          </a:p>
        </p:txBody>
      </p:sp>
    </p:spTree>
    <p:extLst>
      <p:ext uri="{BB962C8B-B14F-4D97-AF65-F5344CB8AC3E}">
        <p14:creationId xmlns:p14="http://schemas.microsoft.com/office/powerpoint/2010/main" val="23219424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01772" y="1895677"/>
            <a:ext cx="5026876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Maintenance Chart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Precautions &amp; Safety measures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292745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000472"/>
            <a:ext cx="11665296" cy="4876800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Chart</a:t>
            </a:r>
          </a:p>
        </p:txBody>
      </p:sp>
    </p:spTree>
    <p:extLst>
      <p:ext uri="{BB962C8B-B14F-4D97-AF65-F5344CB8AC3E}">
        <p14:creationId xmlns:p14="http://schemas.microsoft.com/office/powerpoint/2010/main" val="37177135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Chart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&lt;Periodicity1&gt;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Name of Assembly / Unit / Device</a:t>
            </a:r>
          </a:p>
        </p:txBody>
      </p:sp>
    </p:spTree>
    <p:extLst>
      <p:ext uri="{BB962C8B-B14F-4D97-AF65-F5344CB8AC3E}">
        <p14:creationId xmlns:p14="http://schemas.microsoft.com/office/powerpoint/2010/main" val="16799814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Instructions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Maintenance Chart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&lt;System Specific&gt;</a:t>
            </a:r>
          </a:p>
        </p:txBody>
      </p:sp>
    </p:spTree>
    <p:extLst>
      <p:ext uri="{BB962C8B-B14F-4D97-AF65-F5344CB8AC3E}">
        <p14:creationId xmlns:p14="http://schemas.microsoft.com/office/powerpoint/2010/main" val="34892313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  <a:solidFill>
            <a:srgbClr val="003F72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3770348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  <a:solidFill>
            <a:srgbClr val="003F72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0626414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List of Faults / Errors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List of Alarms / Warnings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Fault Diagnosis &amp;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39148238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List of Faults / Errors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01772" y="1318800"/>
            <a:ext cx="5026876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List of Alarms / Warnings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Fault Diagnosis &amp;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3174499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Fault Diagnosis &amp; Troubleshooting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000472"/>
            <a:ext cx="11665296" cy="4876800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List of Alarms / Warnings</a:t>
            </a:r>
          </a:p>
        </p:txBody>
      </p:sp>
    </p:spTree>
    <p:extLst>
      <p:ext uri="{BB962C8B-B14F-4D97-AF65-F5344CB8AC3E}">
        <p14:creationId xmlns:p14="http://schemas.microsoft.com/office/powerpoint/2010/main" val="21638083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01772" y="1895677"/>
            <a:ext cx="5026876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List of Faults / Errors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List of Alarms / Warnings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Fault Diagnosis &amp;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13009945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Fault Diagnosis &amp; Troubleshooting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000472"/>
            <a:ext cx="11665296" cy="4876800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List of Faults / Errors</a:t>
            </a:r>
          </a:p>
        </p:txBody>
      </p:sp>
    </p:spTree>
    <p:extLst>
      <p:ext uri="{BB962C8B-B14F-4D97-AF65-F5344CB8AC3E}">
        <p14:creationId xmlns:p14="http://schemas.microsoft.com/office/powerpoint/2010/main" val="18756356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c 38"/>
          <p:cNvSpPr/>
          <p:nvPr/>
        </p:nvSpPr>
        <p:spPr>
          <a:xfrm>
            <a:off x="2087084" y="1131174"/>
            <a:ext cx="4710407" cy="4674089"/>
          </a:xfrm>
          <a:prstGeom prst="arc">
            <a:avLst>
              <a:gd name="adj1" fmla="val 17780091"/>
              <a:gd name="adj2" fmla="val 3859430"/>
            </a:avLst>
          </a:prstGeom>
          <a:ln>
            <a:solidFill>
              <a:srgbClr val="003F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C2088B-5D45-4237-AB45-E12E05446E23}"/>
              </a:ext>
            </a:extLst>
          </p:cNvPr>
          <p:cNvGrpSpPr/>
          <p:nvPr/>
        </p:nvGrpSpPr>
        <p:grpSpPr>
          <a:xfrm>
            <a:off x="5574115" y="1123922"/>
            <a:ext cx="6624736" cy="457200"/>
            <a:chOff x="5303912" y="1468557"/>
            <a:chExt cx="6624736" cy="457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4F3036-F8C7-4819-A9DF-A143EDC07BDD}"/>
                </a:ext>
              </a:extLst>
            </p:cNvPr>
            <p:cNvSpPr/>
            <p:nvPr/>
          </p:nvSpPr>
          <p:spPr>
            <a:xfrm>
              <a:off x="5303912" y="1468557"/>
              <a:ext cx="662397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System Introduction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F1D8F-40CC-4C0E-9CF9-880F19D313FA}"/>
                </a:ext>
              </a:extLst>
            </p:cNvPr>
            <p:cNvSpPr/>
            <p:nvPr/>
          </p:nvSpPr>
          <p:spPr>
            <a:xfrm>
              <a:off x="11831448" y="14685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2C52BE-ABEA-4A8A-8EE8-956A8E5D1C36}"/>
              </a:ext>
            </a:extLst>
          </p:cNvPr>
          <p:cNvGrpSpPr/>
          <p:nvPr/>
        </p:nvGrpSpPr>
        <p:grpSpPr>
          <a:xfrm>
            <a:off x="6222187" y="1824949"/>
            <a:ext cx="5976664" cy="457200"/>
            <a:chOff x="5951984" y="2229457"/>
            <a:chExt cx="5976664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61D40-8A84-4E71-99A7-AAF9F7EB2A49}"/>
                </a:ext>
              </a:extLst>
            </p:cNvPr>
            <p:cNvSpPr/>
            <p:nvPr/>
          </p:nvSpPr>
          <p:spPr>
            <a:xfrm>
              <a:off x="5951984" y="2229457"/>
              <a:ext cx="5975904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Technical Description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B7E565-1FAE-4C75-9D44-1392E2F78C48}"/>
                </a:ext>
              </a:extLst>
            </p:cNvPr>
            <p:cNvSpPr/>
            <p:nvPr/>
          </p:nvSpPr>
          <p:spPr>
            <a:xfrm>
              <a:off x="11831448" y="22294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E53D2D-FEC3-413F-B244-47E5EE075A5C}"/>
              </a:ext>
            </a:extLst>
          </p:cNvPr>
          <p:cNvGrpSpPr/>
          <p:nvPr/>
        </p:nvGrpSpPr>
        <p:grpSpPr>
          <a:xfrm>
            <a:off x="6798251" y="2525613"/>
            <a:ext cx="5400600" cy="457200"/>
            <a:chOff x="6528048" y="2990357"/>
            <a:chExt cx="54006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625849-E668-4AE3-8C94-08AA30105B6E}"/>
                </a:ext>
              </a:extLst>
            </p:cNvPr>
            <p:cNvSpPr/>
            <p:nvPr/>
          </p:nvSpPr>
          <p:spPr>
            <a:xfrm>
              <a:off x="6528048" y="29903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Preparation for Use &amp; Installation</a:t>
              </a:r>
              <a:endParaRPr lang="en-IN" sz="200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92187D-49C4-467C-914E-837DFA366078}"/>
                </a:ext>
              </a:extLst>
            </p:cNvPr>
            <p:cNvSpPr/>
            <p:nvPr/>
          </p:nvSpPr>
          <p:spPr>
            <a:xfrm>
              <a:off x="11831448" y="29903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52B1CD-FCC0-4BDD-BE82-00D78E96E3A6}"/>
              </a:ext>
            </a:extLst>
          </p:cNvPr>
          <p:cNvGrpSpPr/>
          <p:nvPr/>
        </p:nvGrpSpPr>
        <p:grpSpPr>
          <a:xfrm>
            <a:off x="6682828" y="3926941"/>
            <a:ext cx="5516024" cy="457200"/>
            <a:chOff x="5951984" y="4512157"/>
            <a:chExt cx="5976664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11ED8FB-85F7-4684-8FA1-8EB0C888B1FD}"/>
                </a:ext>
              </a:extLst>
            </p:cNvPr>
            <p:cNvSpPr/>
            <p:nvPr/>
          </p:nvSpPr>
          <p:spPr>
            <a:xfrm>
              <a:off x="5951984" y="4512157"/>
              <a:ext cx="5975903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Maintenance Instructions</a:t>
              </a:r>
              <a:endParaRPr lang="en-IN" sz="20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A47BF3-94BE-4D85-92DD-ED9EA459F9B1}"/>
                </a:ext>
              </a:extLst>
            </p:cNvPr>
            <p:cNvSpPr/>
            <p:nvPr/>
          </p:nvSpPr>
          <p:spPr>
            <a:xfrm>
              <a:off x="11831448" y="45121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6D13A3-C635-41E0-BC0C-A7DFECA36142}"/>
              </a:ext>
            </a:extLst>
          </p:cNvPr>
          <p:cNvGrpSpPr/>
          <p:nvPr/>
        </p:nvGrpSpPr>
        <p:grpSpPr>
          <a:xfrm>
            <a:off x="6181067" y="4627605"/>
            <a:ext cx="6017784" cy="457200"/>
            <a:chOff x="5303911" y="5273057"/>
            <a:chExt cx="6624737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534FD0-4AB5-43C7-8255-B4C770922A88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Fault Diagnosis &amp; Troubleshooting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CF4F01-B95A-4AEB-A49C-E2371EB701D3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F8183-6705-437C-8FB4-149ECFB4CD46}"/>
              </a:ext>
            </a:extLst>
          </p:cNvPr>
          <p:cNvGrpSpPr/>
          <p:nvPr/>
        </p:nvGrpSpPr>
        <p:grpSpPr>
          <a:xfrm>
            <a:off x="6844461" y="3226277"/>
            <a:ext cx="5354391" cy="457200"/>
            <a:chOff x="6528048" y="3751257"/>
            <a:chExt cx="54006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37C2A-76B2-4ED0-8483-B0BB48C8B41C}"/>
                </a:ext>
              </a:extLst>
            </p:cNvPr>
            <p:cNvSpPr/>
            <p:nvPr/>
          </p:nvSpPr>
          <p:spPr>
            <a:xfrm>
              <a:off x="6528048" y="3751257"/>
              <a:ext cx="539984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sz="2000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Operating Procedure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D92342-2503-4698-8C0C-C869EAA65A54}"/>
                </a:ext>
              </a:extLst>
            </p:cNvPr>
            <p:cNvSpPr/>
            <p:nvPr/>
          </p:nvSpPr>
          <p:spPr>
            <a:xfrm>
              <a:off x="11831448" y="3751257"/>
              <a:ext cx="97200" cy="457200"/>
            </a:xfrm>
            <a:prstGeom prst="rect">
              <a:avLst/>
            </a:prstGeom>
            <a:solidFill>
              <a:srgbClr val="003F72"/>
            </a:solidFill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  <a:solidFill>
            <a:srgbClr val="003F72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F115613-F169-4FCB-A3DA-9E69B5D444CC}"/>
              </a:ext>
            </a:extLst>
          </p:cNvPr>
          <p:cNvSpPr/>
          <p:nvPr/>
        </p:nvSpPr>
        <p:spPr>
          <a:xfrm>
            <a:off x="5997124" y="1820248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F1886AF-4F4F-42B1-9086-782B8B736226}"/>
              </a:ext>
            </a:extLst>
          </p:cNvPr>
          <p:cNvSpPr/>
          <p:nvPr/>
        </p:nvSpPr>
        <p:spPr>
          <a:xfrm>
            <a:off x="5357783" y="1107924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83E709-8C07-4855-8243-32FAA402A993}"/>
              </a:ext>
            </a:extLst>
          </p:cNvPr>
          <p:cNvSpPr/>
          <p:nvPr/>
        </p:nvSpPr>
        <p:spPr>
          <a:xfrm>
            <a:off x="6442510" y="250961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6EB16-1ADE-4871-AE3B-92FA01166C8A}"/>
              </a:ext>
            </a:extLst>
          </p:cNvPr>
          <p:cNvSpPr/>
          <p:nvPr/>
        </p:nvSpPr>
        <p:spPr>
          <a:xfrm>
            <a:off x="5997124" y="4609475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76508F-ADD6-4A42-8932-46E8B2CC8408}"/>
              </a:ext>
            </a:extLst>
          </p:cNvPr>
          <p:cNvSpPr/>
          <p:nvPr/>
        </p:nvSpPr>
        <p:spPr>
          <a:xfrm>
            <a:off x="6442510" y="3910943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420618D-4EAE-4E49-A5B4-06A14B7530F0}"/>
              </a:ext>
            </a:extLst>
          </p:cNvPr>
          <p:cNvSpPr/>
          <p:nvPr/>
        </p:nvSpPr>
        <p:spPr>
          <a:xfrm>
            <a:off x="6597013" y="321027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45820087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1141005-694B-4D30-B99F-E3B5D99CD509}"/>
              </a:ext>
            </a:extLst>
          </p:cNvPr>
          <p:cNvGrpSpPr/>
          <p:nvPr/>
        </p:nvGrpSpPr>
        <p:grpSpPr>
          <a:xfrm>
            <a:off x="5584380" y="5328269"/>
            <a:ext cx="6614472" cy="457200"/>
            <a:chOff x="5303911" y="5273057"/>
            <a:chExt cx="6624737" cy="457200"/>
          </a:xfrm>
          <a:solidFill>
            <a:srgbClr val="003F72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CFA2E-4CBC-47F5-BE18-14C8DC784BB4}"/>
                </a:ext>
              </a:extLst>
            </p:cNvPr>
            <p:cNvSpPr/>
            <p:nvPr/>
          </p:nvSpPr>
          <p:spPr>
            <a:xfrm>
              <a:off x="5303911" y="5273057"/>
              <a:ext cx="6624095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lvl="0" algn="r"/>
              <a:r>
                <a:rPr lang="en-US" sz="2000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Repair / Replacement Procedure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E5BBD4-3C53-4417-8FA7-40A3ACB1F82E}"/>
                </a:ext>
              </a:extLst>
            </p:cNvPr>
            <p:cNvSpPr/>
            <p:nvPr/>
          </p:nvSpPr>
          <p:spPr>
            <a:xfrm>
              <a:off x="11831448" y="5273057"/>
              <a:ext cx="97200" cy="457200"/>
            </a:xfrm>
            <a:prstGeom prst="rect">
              <a:avLst/>
            </a:prstGeom>
            <a:grpFill/>
            <a:ln>
              <a:solidFill>
                <a:srgbClr val="003F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>
                <a:latin typeface="+mj-lt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7D68A628-6404-4E5D-8CA1-8AD4036BD56E}"/>
              </a:ext>
            </a:extLst>
          </p:cNvPr>
          <p:cNvSpPr/>
          <p:nvPr/>
        </p:nvSpPr>
        <p:spPr>
          <a:xfrm>
            <a:off x="5357782" y="5316069"/>
            <a:ext cx="504241" cy="489195"/>
          </a:xfrm>
          <a:prstGeom prst="ellipse">
            <a:avLst/>
          </a:prstGeom>
          <a:solidFill>
            <a:schemeClr val="bg1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410998-EEF2-446B-AA0D-318007E3312C}"/>
              </a:ext>
            </a:extLst>
          </p:cNvPr>
          <p:cNvGrpSpPr/>
          <p:nvPr/>
        </p:nvGrpSpPr>
        <p:grpSpPr>
          <a:xfrm>
            <a:off x="-1" y="0"/>
            <a:ext cx="12198851" cy="756321"/>
            <a:chOff x="357830" y="152399"/>
            <a:chExt cx="10346682" cy="1044353"/>
          </a:xfrm>
        </p:grpSpPr>
        <p:sp>
          <p:nvSpPr>
            <p:cNvPr id="37" name="Round Diagonal Corner Rectangle 9">
              <a:extLst>
                <a:ext uri="{FF2B5EF4-FFF2-40B4-BE49-F238E27FC236}">
                  <a16:creationId xmlns:a16="http://schemas.microsoft.com/office/drawing/2014/main" id="{3485BD59-3404-4512-9F5E-2D3BC958C2E6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38" name="Round Diagonal Corner Rectangle 8">
              <a:extLst>
                <a:ext uri="{FF2B5EF4-FFF2-40B4-BE49-F238E27FC236}">
                  <a16:creationId xmlns:a16="http://schemas.microsoft.com/office/drawing/2014/main" id="{A293E9FC-58CC-42DF-A877-88CB00A1410E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200" b="1" kern="0" dirty="0">
                  <a:solidFill>
                    <a:schemeClr val="bg1"/>
                  </a:solidFill>
                  <a:latin typeface="Trebuchet MS" pitchFamily="34" charset="0"/>
                  <a:ea typeface="+mj-ea"/>
                  <a:cs typeface="Tahoma" pitchFamily="34" charset="0"/>
                </a:rPr>
                <a:t> SCOPE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39BC03-086F-D4E7-1F8F-E7E7F8455033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739C7D-B376-0661-0A19-520BBE374525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1065283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10822910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901772" y="1318800"/>
            <a:ext cx="5026876" cy="467592"/>
          </a:xfrm>
          <a:prstGeom prst="rect">
            <a:avLst/>
          </a:prstGeom>
          <a:solidFill>
            <a:srgbClr val="003F72"/>
          </a:solidFill>
          <a:ln w="25400"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Chart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26140513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000472"/>
            <a:ext cx="11665296" cy="4876800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5864991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901772" y="1895677"/>
            <a:ext cx="5026876" cy="468000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Operator Level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29606127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Operator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LRU / LRC / Component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38333202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6901772" y="2472901"/>
            <a:ext cx="5026876" cy="467388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Field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22308912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Field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LRU / LRC / Component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26104365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901772" y="3050046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Onboard Level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93353449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Onboard</a:t>
            </a:r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LRU / LRC / Component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26358347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BD011A4-620A-4943-9567-F5577C360170}"/>
              </a:ext>
            </a:extLst>
          </p:cNvPr>
          <p:cNvSpPr/>
          <p:nvPr/>
        </p:nvSpPr>
        <p:spPr>
          <a:xfrm>
            <a:off x="6901772" y="3626584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Shop Level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AC3770-3A4C-4DE2-80F8-A22A90277C5D}"/>
              </a:ext>
            </a:extLst>
          </p:cNvPr>
          <p:cNvGrpSpPr/>
          <p:nvPr/>
        </p:nvGrpSpPr>
        <p:grpSpPr>
          <a:xfrm>
            <a:off x="6901772" y="4201900"/>
            <a:ext cx="5026876" cy="468000"/>
            <a:chOff x="4648200" y="3171011"/>
            <a:chExt cx="4038600" cy="38914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0AAC06-7A9E-43E6-B6B3-7124D30E0769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Depot Level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3491B9-52DC-4945-9615-104E397AF207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16964617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Shop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LRU / LRC / Component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118760938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6901772" y="1895339"/>
            <a:ext cx="5026876" cy="468338"/>
            <a:chOff x="4648200" y="2017117"/>
            <a:chExt cx="4038600" cy="468338"/>
          </a:xfrm>
        </p:grpSpPr>
        <p:sp>
          <p:nvSpPr>
            <p:cNvPr id="15" name="Rectangle 14"/>
            <p:cNvSpPr/>
            <p:nvPr/>
          </p:nvSpPr>
          <p:spPr>
            <a:xfrm>
              <a:off x="4648200" y="2017455"/>
              <a:ext cx="4038600" cy="46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Operator Level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14800" y="2017117"/>
              <a:ext cx="72000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01772" y="2472286"/>
            <a:ext cx="5026876" cy="468000"/>
            <a:chOff x="4648200" y="2594064"/>
            <a:chExt cx="4038600" cy="388970"/>
          </a:xfrm>
        </p:grpSpPr>
        <p:sp>
          <p:nvSpPr>
            <p:cNvPr id="18" name="Rectangle 17"/>
            <p:cNvSpPr/>
            <p:nvPr/>
          </p:nvSpPr>
          <p:spPr>
            <a:xfrm>
              <a:off x="4648200" y="2594573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Field Level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14800" y="2594064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901772" y="3049233"/>
            <a:ext cx="5026876" cy="468000"/>
            <a:chOff x="4648200" y="3171011"/>
            <a:chExt cx="4038600" cy="389140"/>
          </a:xfrm>
        </p:grpSpPr>
        <p:sp>
          <p:nvSpPr>
            <p:cNvPr id="21" name="Rectangle 20"/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Onboard Level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01772" y="1318392"/>
            <a:ext cx="5026876" cy="468000"/>
            <a:chOff x="6816080" y="1318392"/>
            <a:chExt cx="5026876" cy="468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6080" y="1318392"/>
              <a:ext cx="5026876" cy="468000"/>
              <a:chOff x="4648200" y="1440170"/>
              <a:chExt cx="4038600" cy="388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Rectangle 11"/>
              <p:cNvSpPr/>
              <p:nvPr/>
            </p:nvSpPr>
            <p:spPr>
              <a:xfrm>
                <a:off x="4648200" y="1440509"/>
                <a:ext cx="4038600" cy="388461"/>
              </a:xfrm>
              <a:prstGeom prst="rect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144000" rtlCol="0" anchor="ctr"/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+mj-lt"/>
                    <a:ea typeface="Tahoma" panose="020B0604030504040204" pitchFamily="34" charset="0"/>
                    <a:cs typeface="Tahoma" panose="020B0604030504040204" pitchFamily="34" charset="0"/>
                  </a:rPr>
                  <a:t>Chart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614800" y="1440170"/>
                <a:ext cx="72000" cy="388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+mj-lt"/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11748484" y="1318392"/>
              <a:ext cx="89619" cy="4680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00209C-86FB-45D5-8508-C1A34669990A}"/>
              </a:ext>
            </a:extLst>
          </p:cNvPr>
          <p:cNvGrpSpPr/>
          <p:nvPr/>
        </p:nvGrpSpPr>
        <p:grpSpPr>
          <a:xfrm>
            <a:off x="6901772" y="3625771"/>
            <a:ext cx="5026876" cy="468000"/>
            <a:chOff x="4648200" y="3171011"/>
            <a:chExt cx="4038600" cy="3891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D011A4-620A-4943-9567-F5577C360170}"/>
                </a:ext>
              </a:extLst>
            </p:cNvPr>
            <p:cNvSpPr/>
            <p:nvPr/>
          </p:nvSpPr>
          <p:spPr>
            <a:xfrm>
              <a:off x="4648200" y="3171690"/>
              <a:ext cx="4038600" cy="3884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144000" rtlCol="0" anchor="ctr"/>
            <a:lstStyle/>
            <a:p>
              <a:pPr lvl="0" algn="r"/>
              <a:r>
                <a:rPr lang="en-US" dirty="0">
                  <a:solidFill>
                    <a:schemeClr val="tx1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Shop Level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5EB073-0EDA-4CC9-862D-D952FB513D56}"/>
                </a:ext>
              </a:extLst>
            </p:cNvPr>
            <p:cNvSpPr/>
            <p:nvPr/>
          </p:nvSpPr>
          <p:spPr>
            <a:xfrm>
              <a:off x="8614800" y="3171011"/>
              <a:ext cx="72000" cy="388800"/>
            </a:xfrm>
            <a:prstGeom prst="rect">
              <a:avLst/>
            </a:prstGeom>
            <a:solidFill>
              <a:srgbClr val="003F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+mj-lt"/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840AAC06-7A9E-43E6-B6B3-7124D30E0769}"/>
              </a:ext>
            </a:extLst>
          </p:cNvPr>
          <p:cNvSpPr/>
          <p:nvPr/>
        </p:nvSpPr>
        <p:spPr>
          <a:xfrm>
            <a:off x="6901772" y="4202713"/>
            <a:ext cx="5026876" cy="467183"/>
          </a:xfrm>
          <a:prstGeom prst="rect">
            <a:avLst/>
          </a:prstGeom>
          <a:solidFill>
            <a:srgbClr val="003F72"/>
          </a:solidFill>
          <a:ln>
            <a:solidFill>
              <a:srgbClr val="003F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144000" rtlCol="0" anchor="ctr"/>
          <a:lstStyle/>
          <a:p>
            <a:pPr lvl="0" algn="r"/>
            <a:r>
              <a:rPr lang="en-US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Depot Level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BFDB35-B696-E591-9895-E0AA761CA72C}"/>
              </a:ext>
            </a:extLst>
          </p:cNvPr>
          <p:cNvSpPr/>
          <p:nvPr/>
        </p:nvSpPr>
        <p:spPr>
          <a:xfrm>
            <a:off x="459274" y="1131175"/>
            <a:ext cx="4700622" cy="4674089"/>
          </a:xfrm>
          <a:prstGeom prst="ellipse">
            <a:avLst/>
          </a:prstGeom>
          <a:solidFill>
            <a:schemeClr val="bg1">
              <a:lumMod val="6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4BBD40-C873-193F-AD3A-74798C9A669D}"/>
              </a:ext>
            </a:extLst>
          </p:cNvPr>
          <p:cNvSpPr/>
          <p:nvPr/>
        </p:nvSpPr>
        <p:spPr>
          <a:xfrm>
            <a:off x="673711" y="1305179"/>
            <a:ext cx="4276280" cy="4326080"/>
          </a:xfrm>
          <a:prstGeom prst="ellipse">
            <a:avLst/>
          </a:prstGeom>
          <a:solidFill>
            <a:srgbClr val="003F72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</p:spTree>
    <p:extLst>
      <p:ext uri="{BB962C8B-B14F-4D97-AF65-F5344CB8AC3E}">
        <p14:creationId xmlns:p14="http://schemas.microsoft.com/office/powerpoint/2010/main" val="229281259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Repair / Replacement Procedure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Depot Level</a:t>
            </a:r>
          </a:p>
        </p:txBody>
      </p:sp>
      <p:sp>
        <p:nvSpPr>
          <p:cNvPr id="16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&lt;Name of LRU / LRC / Component / Device / Instrument&gt;</a:t>
            </a:r>
          </a:p>
        </p:txBody>
      </p:sp>
    </p:spTree>
    <p:extLst>
      <p:ext uri="{BB962C8B-B14F-4D97-AF65-F5344CB8AC3E}">
        <p14:creationId xmlns:p14="http://schemas.microsoft.com/office/powerpoint/2010/main" val="193873362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693988"/>
            <a:ext cx="10972800" cy="1470025"/>
          </a:xfrm>
        </p:spPr>
        <p:txBody>
          <a:bodyPr anchor="ctr"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068249-1191-4872-86A9-8FD2A29A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636" y="0"/>
            <a:ext cx="506012" cy="12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396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flipH="1">
            <a:off x="7573535" y="554503"/>
            <a:ext cx="4078104" cy="1063264"/>
            <a:chOff x="5522459" y="450887"/>
            <a:chExt cx="3899889" cy="1063264"/>
          </a:xfrm>
        </p:grpSpPr>
        <p:sp>
          <p:nvSpPr>
            <p:cNvPr id="16" name="TextBox 15"/>
            <p:cNvSpPr txBox="1"/>
            <p:nvPr/>
          </p:nvSpPr>
          <p:spPr>
            <a:xfrm>
              <a:off x="5522459" y="1237152"/>
              <a:ext cx="389988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>
                  <a:solidFill>
                    <a:srgbClr val="00B0F0"/>
                  </a:solidFill>
                  <a:latin typeface="+mj-lt"/>
                </a:rPr>
                <a:t>Font: Trebuchet MS (Headings), 18 size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>
              <a:off x="5877306" y="450887"/>
              <a:ext cx="0" cy="78043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 flipH="1">
            <a:off x="3935760" y="543880"/>
            <a:ext cx="4078104" cy="1450783"/>
            <a:chOff x="4273730" y="440264"/>
            <a:chExt cx="3899889" cy="1450783"/>
          </a:xfrm>
        </p:grpSpPr>
        <p:sp>
          <p:nvSpPr>
            <p:cNvPr id="18" name="TextBox 17"/>
            <p:cNvSpPr txBox="1"/>
            <p:nvPr/>
          </p:nvSpPr>
          <p:spPr>
            <a:xfrm>
              <a:off x="4273730" y="1614048"/>
              <a:ext cx="389988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>
                  <a:solidFill>
                    <a:srgbClr val="00B0F0"/>
                  </a:solidFill>
                  <a:latin typeface="+mj-lt"/>
                </a:rPr>
                <a:t>Font: Trebuchet MS (Headings), 28 size</a:t>
              </a:r>
            </a:p>
          </p:txBody>
        </p:sp>
        <p:cxnSp>
          <p:nvCxnSpPr>
            <p:cNvPr id="19" name="Straight Connector 18"/>
            <p:cNvCxnSpPr/>
            <p:nvPr/>
          </p:nvCxnSpPr>
          <p:spPr>
            <a:xfrm flipH="1">
              <a:off x="8173616" y="440264"/>
              <a:ext cx="0" cy="116316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 flipH="1">
            <a:off x="2161912" y="1073448"/>
            <a:ext cx="4078104" cy="1450783"/>
            <a:chOff x="4282090" y="440264"/>
            <a:chExt cx="3899889" cy="1450783"/>
          </a:xfrm>
        </p:grpSpPr>
        <p:sp>
          <p:nvSpPr>
            <p:cNvPr id="21" name="TextBox 20"/>
            <p:cNvSpPr txBox="1"/>
            <p:nvPr/>
          </p:nvSpPr>
          <p:spPr>
            <a:xfrm>
              <a:off x="4282090" y="1614048"/>
              <a:ext cx="389988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>
                  <a:solidFill>
                    <a:srgbClr val="00B0F0"/>
                  </a:solidFill>
                  <a:latin typeface="+mj-lt"/>
                </a:rPr>
                <a:t>Font: Trebuchet MS (Headings), 20 size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8173616" y="440264"/>
              <a:ext cx="0" cy="116316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flipH="1">
            <a:off x="1609086" y="1454842"/>
            <a:ext cx="4078106" cy="1728244"/>
            <a:chOff x="2996035" y="-731183"/>
            <a:chExt cx="3899889" cy="1728244"/>
          </a:xfrm>
        </p:grpSpPr>
        <p:sp>
          <p:nvSpPr>
            <p:cNvPr id="24" name="TextBox 23"/>
            <p:cNvSpPr txBox="1"/>
            <p:nvPr/>
          </p:nvSpPr>
          <p:spPr>
            <a:xfrm>
              <a:off x="2996035" y="720062"/>
              <a:ext cx="389988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>
                  <a:solidFill>
                    <a:srgbClr val="00B0F0"/>
                  </a:solidFill>
                  <a:latin typeface="+mj-lt"/>
                </a:rPr>
                <a:t>Font: Trebuchet MS (Headings), 18 size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6874486" y="-731183"/>
              <a:ext cx="0" cy="13980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 flipH="1">
            <a:off x="623392" y="1885317"/>
            <a:ext cx="3590022" cy="1728244"/>
            <a:chOff x="3462789" y="-731183"/>
            <a:chExt cx="3433135" cy="1728244"/>
          </a:xfrm>
        </p:grpSpPr>
        <p:sp>
          <p:nvSpPr>
            <p:cNvPr id="29" name="TextBox 28"/>
            <p:cNvSpPr txBox="1"/>
            <p:nvPr/>
          </p:nvSpPr>
          <p:spPr>
            <a:xfrm>
              <a:off x="3462789" y="720062"/>
              <a:ext cx="343313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IN" dirty="0">
                  <a:solidFill>
                    <a:srgbClr val="00B0F0"/>
                  </a:solidFill>
                  <a:latin typeface="+mn-lt"/>
                </a:rPr>
                <a:t>Font: Trebuchet MS (Body), 16 size</a:t>
              </a: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H="1">
              <a:off x="6874486" y="-731183"/>
              <a:ext cx="0" cy="13980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347269106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5183533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41917863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526013"/>
            <a:ext cx="5751758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526013"/>
            <a:ext cx="573434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166470388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354000" y="1526013"/>
            <a:ext cx="11484000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263352" y="4898390"/>
            <a:ext cx="11665296" cy="1092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11665296" cy="3199131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662251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D9B43453-8819-4093-ACA5-B66BD8C980E9}"/>
              </a:ext>
            </a:extLst>
          </p:cNvPr>
          <p:cNvSpPr/>
          <p:nvPr/>
        </p:nvSpPr>
        <p:spPr>
          <a:xfrm>
            <a:off x="263352" y="1519606"/>
            <a:ext cx="11665296" cy="4357666"/>
          </a:xfrm>
          <a:prstGeom prst="roundRect">
            <a:avLst>
              <a:gd name="adj" fmla="val 1923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119500195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64704"/>
            <a:ext cx="11665296" cy="4090560"/>
            <a:chOff x="352782" y="764704"/>
            <a:chExt cx="11475830" cy="40905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764704"/>
              <a:ext cx="11475720" cy="891166"/>
              <a:chOff x="234000" y="701630"/>
              <a:chExt cx="8676000" cy="8911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Category5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2C0113-1371-46B5-9FC0-67CB919E082E}"/>
                  </a:ext>
                </a:extLst>
              </p:cNvPr>
              <p:cNvCxnSpPr/>
              <p:nvPr/>
            </p:nvCxnSpPr>
            <p:spPr>
              <a:xfrm flipV="1">
                <a:off x="4571999" y="701630"/>
                <a:ext cx="0" cy="511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DC0184B-B2F1-49F5-8333-35B4F9967C3E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A099BA-DAF2-4E29-B3C7-507B834053D5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5E9F393-A453-4F65-BDFB-8010297D2A23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24BD44D-2217-4207-8F2B-13C2F2E43892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FCDDC9F-4F62-4E0D-B607-EF693700B013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895497"/>
              <a:ext cx="2122300" cy="2959767"/>
              <a:chOff x="234000" y="1832423"/>
              <a:chExt cx="1620000" cy="295976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</a:t>
                </a:r>
                <a:r>
                  <a:rPr lang="en-IN" sz="1400" dirty="0">
                    <a:solidFill>
                      <a:schemeClr val="tx1"/>
                    </a:solidFill>
                  </a:rPr>
                  <a:t>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895497"/>
              <a:ext cx="2130991" cy="2959767"/>
              <a:chOff x="5526000" y="1832423"/>
              <a:chExt cx="1620000" cy="2959767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895497"/>
              <a:ext cx="2140845" cy="2959767"/>
              <a:chOff x="7290000" y="1832423"/>
              <a:chExt cx="1620000" cy="2959767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895497"/>
              <a:ext cx="2104654" cy="2959767"/>
              <a:chOff x="1997999" y="1832423"/>
              <a:chExt cx="1624219" cy="295976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895497"/>
              <a:ext cx="2137040" cy="2959767"/>
              <a:chOff x="3762000" y="1832423"/>
              <a:chExt cx="1620000" cy="295976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59" name="Rectangle 58"/>
          <p:cNvSpPr/>
          <p:nvPr/>
        </p:nvSpPr>
        <p:spPr>
          <a:xfrm>
            <a:off x="6699331" y="5841268"/>
            <a:ext cx="342144" cy="21544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113519" y="584126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23294" y="5839858"/>
            <a:ext cx="342144" cy="2154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37482" y="583985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39109356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63352" y="764704"/>
            <a:ext cx="11665296" cy="4090560"/>
            <a:chOff x="352782" y="764704"/>
            <a:chExt cx="11475830" cy="40905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E19A194-7398-4595-A135-1D4B21C0F73E}"/>
                </a:ext>
              </a:extLst>
            </p:cNvPr>
            <p:cNvGrpSpPr/>
            <p:nvPr/>
          </p:nvGrpSpPr>
          <p:grpSpPr>
            <a:xfrm>
              <a:off x="352892" y="764704"/>
              <a:ext cx="11475720" cy="891166"/>
              <a:chOff x="234000" y="701630"/>
              <a:chExt cx="8676000" cy="8911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111750-31DD-47E8-B014-3AF5B97B1B2A}"/>
                  </a:ext>
                </a:extLst>
              </p:cNvPr>
              <p:cNvSpPr/>
              <p:nvPr/>
            </p:nvSpPr>
            <p:spPr>
              <a:xfrm>
                <a:off x="234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713DBE4-B38D-4B0D-8455-9246C1C65B9F}"/>
                  </a:ext>
                </a:extLst>
              </p:cNvPr>
              <p:cNvSpPr/>
              <p:nvPr/>
            </p:nvSpPr>
            <p:spPr>
              <a:xfrm>
                <a:off x="1998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F03761B-25B8-459C-8584-265A4D3408EC}"/>
                  </a:ext>
                </a:extLst>
              </p:cNvPr>
              <p:cNvSpPr/>
              <p:nvPr/>
            </p:nvSpPr>
            <p:spPr>
              <a:xfrm>
                <a:off x="3762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51E3D8-8A5D-445F-8308-36DB72111AF3}"/>
                  </a:ext>
                </a:extLst>
              </p:cNvPr>
              <p:cNvSpPr/>
              <p:nvPr/>
            </p:nvSpPr>
            <p:spPr>
              <a:xfrm>
                <a:off x="5526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Category4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636D6B-6636-47BC-9287-64CABD6B0A81}"/>
                  </a:ext>
                </a:extLst>
              </p:cNvPr>
              <p:cNvSpPr/>
              <p:nvPr/>
            </p:nvSpPr>
            <p:spPr>
              <a:xfrm>
                <a:off x="7290000" y="1196752"/>
                <a:ext cx="1620000" cy="3960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Category5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2C0113-1371-46B5-9FC0-67CB919E082E}"/>
                  </a:ext>
                </a:extLst>
              </p:cNvPr>
              <p:cNvCxnSpPr/>
              <p:nvPr/>
            </p:nvCxnSpPr>
            <p:spPr>
              <a:xfrm flipV="1">
                <a:off x="4571999" y="701630"/>
                <a:ext cx="0" cy="511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DC0184B-B2F1-49F5-8333-35B4F9967C3E}"/>
                  </a:ext>
                </a:extLst>
              </p:cNvPr>
              <p:cNvCxnSpPr/>
              <p:nvPr/>
            </p:nvCxnSpPr>
            <p:spPr>
              <a:xfrm flipV="1">
                <a:off x="104400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DA099BA-DAF2-4E29-B3C7-507B834053D5}"/>
                  </a:ext>
                </a:extLst>
              </p:cNvPr>
              <p:cNvCxnSpPr/>
              <p:nvPr/>
            </p:nvCxnSpPr>
            <p:spPr>
              <a:xfrm flipV="1">
                <a:off x="80873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5E9F393-A453-4F65-BDFB-8010297D2A23}"/>
                  </a:ext>
                </a:extLst>
              </p:cNvPr>
              <p:cNvCxnSpPr/>
              <p:nvPr/>
            </p:nvCxnSpPr>
            <p:spPr>
              <a:xfrm flipV="1">
                <a:off x="63461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24BD44D-2217-4207-8F2B-13C2F2E43892}"/>
                  </a:ext>
                </a:extLst>
              </p:cNvPr>
              <p:cNvCxnSpPr/>
              <p:nvPr/>
            </p:nvCxnSpPr>
            <p:spPr>
              <a:xfrm flipV="1">
                <a:off x="2863760" y="944724"/>
                <a:ext cx="0" cy="25202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FCDDC9F-4F62-4E0D-B607-EF693700B013}"/>
                  </a:ext>
                </a:extLst>
              </p:cNvPr>
              <p:cNvCxnSpPr/>
              <p:nvPr/>
            </p:nvCxnSpPr>
            <p:spPr>
              <a:xfrm>
                <a:off x="1044000" y="944724"/>
                <a:ext cx="705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04828E-72CB-4248-9FE7-293FA41D0CF7}"/>
                </a:ext>
              </a:extLst>
            </p:cNvPr>
            <p:cNvGrpSpPr/>
            <p:nvPr/>
          </p:nvGrpSpPr>
          <p:grpSpPr>
            <a:xfrm>
              <a:off x="352782" y="1895497"/>
              <a:ext cx="2122300" cy="2959767"/>
              <a:chOff x="234000" y="1832423"/>
              <a:chExt cx="1620000" cy="295976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2B68CE-7F0E-4253-B5DA-D0B5CB63EEFA}"/>
                  </a:ext>
                </a:extLst>
              </p:cNvPr>
              <p:cNvSpPr/>
              <p:nvPr/>
            </p:nvSpPr>
            <p:spPr>
              <a:xfrm>
                <a:off x="234000" y="1832423"/>
                <a:ext cx="1620000" cy="576000"/>
              </a:xfrm>
              <a:prstGeom prst="rect">
                <a:avLst/>
              </a:prstGeom>
              <a:solidFill>
                <a:srgbClr val="003F72"/>
              </a:solidFill>
              <a:ln w="9525">
                <a:solidFill>
                  <a:srgbClr val="003F7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Name of Unit / </a:t>
                </a:r>
                <a:r>
                  <a:rPr lang="en-IN" sz="1400" dirty="0">
                    <a:solidFill>
                      <a:schemeClr val="bg1"/>
                    </a:solidFill>
                  </a:rPr>
                  <a:t>Assembly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68DFD4-A9C6-4CE6-B643-96E3ACBA3511}"/>
                  </a:ext>
                </a:extLst>
              </p:cNvPr>
              <p:cNvSpPr/>
              <p:nvPr/>
            </p:nvSpPr>
            <p:spPr>
              <a:xfrm>
                <a:off x="234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FAC2E04-3A62-4DF5-8D52-24EF10E451B8}"/>
                  </a:ext>
                </a:extLst>
              </p:cNvPr>
              <p:cNvSpPr/>
              <p:nvPr/>
            </p:nvSpPr>
            <p:spPr>
              <a:xfrm>
                <a:off x="234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30AEA23-4BD0-4DB0-B1F7-117B0A544DCF}"/>
                  </a:ext>
                </a:extLst>
              </p:cNvPr>
              <p:cNvSpPr/>
              <p:nvPr/>
            </p:nvSpPr>
            <p:spPr>
              <a:xfrm>
                <a:off x="234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30F43-5EB1-480A-8A90-858F07620963}"/>
                </a:ext>
              </a:extLst>
            </p:cNvPr>
            <p:cNvGrpSpPr/>
            <p:nvPr/>
          </p:nvGrpSpPr>
          <p:grpSpPr>
            <a:xfrm>
              <a:off x="7357223" y="1895497"/>
              <a:ext cx="2130991" cy="2959767"/>
              <a:chOff x="5526000" y="1832423"/>
              <a:chExt cx="1620000" cy="2959767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83E0131-08BA-4567-9128-78BF6C70D52E}"/>
                  </a:ext>
                </a:extLst>
              </p:cNvPr>
              <p:cNvSpPr/>
              <p:nvPr/>
            </p:nvSpPr>
            <p:spPr>
              <a:xfrm>
                <a:off x="5526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57C1B7E-0B32-48EE-9923-013A221C9CDA}"/>
                  </a:ext>
                </a:extLst>
              </p:cNvPr>
              <p:cNvSpPr/>
              <p:nvPr/>
            </p:nvSpPr>
            <p:spPr>
              <a:xfrm>
                <a:off x="5526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3BCB67-7648-4543-B08F-92F58E74476A}"/>
                  </a:ext>
                </a:extLst>
              </p:cNvPr>
              <p:cNvSpPr/>
              <p:nvPr/>
            </p:nvSpPr>
            <p:spPr>
              <a:xfrm>
                <a:off x="5526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C7AF257-57F8-4C3B-BFE0-35C9DF38A381}"/>
                  </a:ext>
                </a:extLst>
              </p:cNvPr>
              <p:cNvSpPr/>
              <p:nvPr/>
            </p:nvSpPr>
            <p:spPr>
              <a:xfrm>
                <a:off x="5526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5BBA11B-7ABF-4032-A5B8-4041AAEC8BAE}"/>
                </a:ext>
              </a:extLst>
            </p:cNvPr>
            <p:cNvGrpSpPr/>
            <p:nvPr/>
          </p:nvGrpSpPr>
          <p:grpSpPr>
            <a:xfrm>
              <a:off x="9678513" y="1895497"/>
              <a:ext cx="2140845" cy="2959767"/>
              <a:chOff x="7290000" y="1832423"/>
              <a:chExt cx="1620000" cy="2959767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6BA0F38-914C-40BC-B5A0-02B04EE14769}"/>
                  </a:ext>
                </a:extLst>
              </p:cNvPr>
              <p:cNvSpPr/>
              <p:nvPr/>
            </p:nvSpPr>
            <p:spPr>
              <a:xfrm>
                <a:off x="7290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E6C6C5F-3FE1-416D-9CE7-6046CADDFCFF}"/>
                  </a:ext>
                </a:extLst>
              </p:cNvPr>
              <p:cNvSpPr/>
              <p:nvPr/>
            </p:nvSpPr>
            <p:spPr>
              <a:xfrm>
                <a:off x="7290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4FFA37F-A580-4EC6-AC71-C57DA29B4068}"/>
                  </a:ext>
                </a:extLst>
              </p:cNvPr>
              <p:cNvSpPr/>
              <p:nvPr/>
            </p:nvSpPr>
            <p:spPr>
              <a:xfrm>
                <a:off x="7290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420A0BD-9687-4B20-936F-293CB33D4E29}"/>
                  </a:ext>
                </a:extLst>
              </p:cNvPr>
              <p:cNvSpPr/>
              <p:nvPr/>
            </p:nvSpPr>
            <p:spPr>
              <a:xfrm>
                <a:off x="7290000" y="4216190"/>
                <a:ext cx="1620000" cy="576000"/>
              </a:xfrm>
              <a:prstGeom prst="rect">
                <a:avLst/>
              </a:prstGeom>
              <a:ln w="9525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9185880-CD9E-417F-A21A-0A4FEE2BB67C}"/>
                </a:ext>
              </a:extLst>
            </p:cNvPr>
            <p:cNvGrpSpPr/>
            <p:nvPr/>
          </p:nvGrpSpPr>
          <p:grpSpPr>
            <a:xfrm>
              <a:off x="2700987" y="1895497"/>
              <a:ext cx="2104654" cy="2959767"/>
              <a:chOff x="1997999" y="1832423"/>
              <a:chExt cx="1624219" cy="295976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FA85EF-209E-43CA-BBEE-22C506711FF7}"/>
                  </a:ext>
                </a:extLst>
              </p:cNvPr>
              <p:cNvSpPr/>
              <p:nvPr/>
            </p:nvSpPr>
            <p:spPr>
              <a:xfrm>
                <a:off x="1997999" y="1832423"/>
                <a:ext cx="1624219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98EF96-05FC-4922-8DB5-9BE8F97DDDBC}"/>
                  </a:ext>
                </a:extLst>
              </p:cNvPr>
              <p:cNvSpPr/>
              <p:nvPr/>
            </p:nvSpPr>
            <p:spPr>
              <a:xfrm>
                <a:off x="1998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57FCCD0-FAF7-483E-B7F8-516419F291F3}"/>
                  </a:ext>
                </a:extLst>
              </p:cNvPr>
              <p:cNvSpPr/>
              <p:nvPr/>
            </p:nvSpPr>
            <p:spPr>
              <a:xfrm>
                <a:off x="1998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29F9730-9EB6-4B03-86F3-1A8110C699B5}"/>
                  </a:ext>
                </a:extLst>
              </p:cNvPr>
              <p:cNvSpPr/>
              <p:nvPr/>
            </p:nvSpPr>
            <p:spPr>
              <a:xfrm>
                <a:off x="1998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B8CC119-AF89-4D97-8BE1-BFEDC6F77CF0}"/>
                </a:ext>
              </a:extLst>
            </p:cNvPr>
            <p:cNvGrpSpPr/>
            <p:nvPr/>
          </p:nvGrpSpPr>
          <p:grpSpPr>
            <a:xfrm>
              <a:off x="5010179" y="1895497"/>
              <a:ext cx="2137040" cy="2959767"/>
              <a:chOff x="3762000" y="1832423"/>
              <a:chExt cx="1620000" cy="295976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1283AC1-5387-4DB2-9E08-C20E87169A5E}"/>
                  </a:ext>
                </a:extLst>
              </p:cNvPr>
              <p:cNvSpPr/>
              <p:nvPr/>
            </p:nvSpPr>
            <p:spPr>
              <a:xfrm>
                <a:off x="3762000" y="1832423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D6765F4-8CBB-4372-8EE1-315FA1354472}"/>
                  </a:ext>
                </a:extLst>
              </p:cNvPr>
              <p:cNvSpPr/>
              <p:nvPr/>
            </p:nvSpPr>
            <p:spPr>
              <a:xfrm>
                <a:off x="3762000" y="2627012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BFC9AAA-0C7E-4263-81A5-33F70100B5B4}"/>
                  </a:ext>
                </a:extLst>
              </p:cNvPr>
              <p:cNvSpPr/>
              <p:nvPr/>
            </p:nvSpPr>
            <p:spPr>
              <a:xfrm>
                <a:off x="3762000" y="3421601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2350C1-5FCD-4C6C-9DA5-B8FF76B6F992}"/>
                  </a:ext>
                </a:extLst>
              </p:cNvPr>
              <p:cNvSpPr/>
              <p:nvPr/>
            </p:nvSpPr>
            <p:spPr>
              <a:xfrm>
                <a:off x="3762000" y="4216190"/>
                <a:ext cx="1620000" cy="576000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tIns="36000" rIns="36000" bIns="36000" rtlCol="0" anchor="t"/>
              <a:lstStyle/>
              <a:p>
                <a:r>
                  <a:rPr lang="en-IN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Name of Unit / Assembly</a:t>
                </a:r>
              </a:p>
            </p:txBody>
          </p:sp>
        </p:grpSp>
      </p:grpSp>
      <p:sp>
        <p:nvSpPr>
          <p:cNvPr id="59" name="Rectangle 58"/>
          <p:cNvSpPr/>
          <p:nvPr/>
        </p:nvSpPr>
        <p:spPr>
          <a:xfrm>
            <a:off x="6699331" y="5841268"/>
            <a:ext cx="342144" cy="21544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113519" y="584126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23294" y="5839858"/>
            <a:ext cx="342144" cy="2154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137482" y="583985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426818697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19A194-7398-4595-A135-1D4B21C0F73E}"/>
              </a:ext>
            </a:extLst>
          </p:cNvPr>
          <p:cNvGrpSpPr/>
          <p:nvPr/>
        </p:nvGrpSpPr>
        <p:grpSpPr>
          <a:xfrm>
            <a:off x="263352" y="764704"/>
            <a:ext cx="11665296" cy="891166"/>
            <a:chOff x="234000" y="701630"/>
            <a:chExt cx="8676000" cy="89116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111750-31DD-47E8-B014-3AF5B97B1B2A}"/>
                </a:ext>
              </a:extLst>
            </p:cNvPr>
            <p:cNvSpPr/>
            <p:nvPr/>
          </p:nvSpPr>
          <p:spPr>
            <a:xfrm>
              <a:off x="234000" y="1196752"/>
              <a:ext cx="1620000" cy="3960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Category1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13DBE4-B38D-4B0D-8455-9246C1C65B9F}"/>
                </a:ext>
              </a:extLst>
            </p:cNvPr>
            <p:cNvSpPr/>
            <p:nvPr/>
          </p:nvSpPr>
          <p:spPr>
            <a:xfrm>
              <a:off x="1998000" y="1196752"/>
              <a:ext cx="1620000" cy="3960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Category2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03761B-25B8-459C-8584-265A4D3408EC}"/>
                </a:ext>
              </a:extLst>
            </p:cNvPr>
            <p:cNvSpPr/>
            <p:nvPr/>
          </p:nvSpPr>
          <p:spPr>
            <a:xfrm>
              <a:off x="3762000" y="1196752"/>
              <a:ext cx="1620000" cy="3960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Category3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51E3D8-8A5D-445F-8308-36DB72111AF3}"/>
                </a:ext>
              </a:extLst>
            </p:cNvPr>
            <p:cNvSpPr/>
            <p:nvPr/>
          </p:nvSpPr>
          <p:spPr>
            <a:xfrm>
              <a:off x="5526000" y="1196752"/>
              <a:ext cx="1620000" cy="3960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Category4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636D6B-6636-47BC-9287-64CABD6B0A81}"/>
                </a:ext>
              </a:extLst>
            </p:cNvPr>
            <p:cNvSpPr/>
            <p:nvPr/>
          </p:nvSpPr>
          <p:spPr>
            <a:xfrm>
              <a:off x="7290000" y="1196752"/>
              <a:ext cx="1620000" cy="3960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Category5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92C0113-1371-46B5-9FC0-67CB919E082E}"/>
                </a:ext>
              </a:extLst>
            </p:cNvPr>
            <p:cNvCxnSpPr/>
            <p:nvPr/>
          </p:nvCxnSpPr>
          <p:spPr>
            <a:xfrm flipV="1">
              <a:off x="4571999" y="701630"/>
              <a:ext cx="0" cy="511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DC0184B-B2F1-49F5-8333-35B4F9967C3E}"/>
                </a:ext>
              </a:extLst>
            </p:cNvPr>
            <p:cNvCxnSpPr/>
            <p:nvPr/>
          </p:nvCxnSpPr>
          <p:spPr>
            <a:xfrm flipV="1">
              <a:off x="1044000" y="944724"/>
              <a:ext cx="0" cy="2520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A099BA-DAF2-4E29-B3C7-507B834053D5}"/>
                </a:ext>
              </a:extLst>
            </p:cNvPr>
            <p:cNvCxnSpPr/>
            <p:nvPr/>
          </p:nvCxnSpPr>
          <p:spPr>
            <a:xfrm flipV="1">
              <a:off x="8087360" y="944724"/>
              <a:ext cx="0" cy="2520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5E9F393-A453-4F65-BDFB-8010297D2A23}"/>
                </a:ext>
              </a:extLst>
            </p:cNvPr>
            <p:cNvCxnSpPr/>
            <p:nvPr/>
          </p:nvCxnSpPr>
          <p:spPr>
            <a:xfrm flipV="1">
              <a:off x="6346160" y="944724"/>
              <a:ext cx="0" cy="2520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24BD44D-2217-4207-8F2B-13C2F2E43892}"/>
                </a:ext>
              </a:extLst>
            </p:cNvPr>
            <p:cNvCxnSpPr/>
            <p:nvPr/>
          </p:nvCxnSpPr>
          <p:spPr>
            <a:xfrm flipV="1">
              <a:off x="2863760" y="944724"/>
              <a:ext cx="0" cy="2520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CDDC9F-4F62-4E0D-B607-EF693700B013}"/>
                </a:ext>
              </a:extLst>
            </p:cNvPr>
            <p:cNvCxnSpPr/>
            <p:nvPr/>
          </p:nvCxnSpPr>
          <p:spPr>
            <a:xfrm>
              <a:off x="1044000" y="944724"/>
              <a:ext cx="7056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986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526013"/>
            <a:ext cx="6688035" cy="446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526013"/>
            <a:ext cx="4670584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  <a:cs typeface="Arial" panose="020B0604020202020204" pitchFamily="34" charset="0"/>
              </a:rPr>
              <a:t>&lt;Heading Level2&gt;</a:t>
            </a:r>
          </a:p>
        </p:txBody>
      </p:sp>
    </p:spTree>
    <p:extLst>
      <p:ext uri="{BB962C8B-B14F-4D97-AF65-F5344CB8AC3E}">
        <p14:creationId xmlns:p14="http://schemas.microsoft.com/office/powerpoint/2010/main" val="427863680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Title as per scope slide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51660" y="913983"/>
            <a:ext cx="2736028" cy="288000"/>
            <a:chOff x="359532" y="770355"/>
            <a:chExt cx="2736028" cy="288000"/>
          </a:xfrm>
        </p:grpSpPr>
        <p:sp>
          <p:nvSpPr>
            <p:cNvPr id="16" name="Rectangle 15"/>
            <p:cNvSpPr/>
            <p:nvPr/>
          </p:nvSpPr>
          <p:spPr>
            <a:xfrm>
              <a:off x="611560" y="770355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59532" y="914355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51660" y="4102569"/>
            <a:ext cx="2736028" cy="288000"/>
            <a:chOff x="359532" y="3958941"/>
            <a:chExt cx="2736028" cy="288000"/>
          </a:xfrm>
        </p:grpSpPr>
        <p:sp>
          <p:nvSpPr>
            <p:cNvPr id="19" name="Rectangle 18"/>
            <p:cNvSpPr/>
            <p:nvPr/>
          </p:nvSpPr>
          <p:spPr>
            <a:xfrm>
              <a:off x="611560" y="3958941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59532" y="4102941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51660" y="3571138"/>
            <a:ext cx="2736028" cy="288000"/>
            <a:chOff x="359532" y="3427510"/>
            <a:chExt cx="2736028" cy="288000"/>
          </a:xfrm>
        </p:grpSpPr>
        <p:sp>
          <p:nvSpPr>
            <p:cNvPr id="22" name="Rectangle 21"/>
            <p:cNvSpPr/>
            <p:nvPr/>
          </p:nvSpPr>
          <p:spPr>
            <a:xfrm>
              <a:off x="611560" y="3427510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359532" y="3571510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51660" y="3039707"/>
            <a:ext cx="2736028" cy="288000"/>
            <a:chOff x="359532" y="2896079"/>
            <a:chExt cx="2736028" cy="288000"/>
          </a:xfrm>
        </p:grpSpPr>
        <p:sp>
          <p:nvSpPr>
            <p:cNvPr id="25" name="Rectangle 24"/>
            <p:cNvSpPr/>
            <p:nvPr/>
          </p:nvSpPr>
          <p:spPr>
            <a:xfrm>
              <a:off x="611560" y="2896079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359532" y="3040079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51660" y="2508276"/>
            <a:ext cx="2736028" cy="288000"/>
            <a:chOff x="359532" y="2364648"/>
            <a:chExt cx="2736028" cy="288000"/>
          </a:xfrm>
        </p:grpSpPr>
        <p:sp>
          <p:nvSpPr>
            <p:cNvPr id="28" name="Rectangle 27"/>
            <p:cNvSpPr/>
            <p:nvPr/>
          </p:nvSpPr>
          <p:spPr>
            <a:xfrm>
              <a:off x="611560" y="2364648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359532" y="2508648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51660" y="1976845"/>
            <a:ext cx="2736028" cy="288000"/>
            <a:chOff x="359532" y="1833217"/>
            <a:chExt cx="2736028" cy="288000"/>
          </a:xfrm>
        </p:grpSpPr>
        <p:sp>
          <p:nvSpPr>
            <p:cNvPr id="31" name="Rectangle 30"/>
            <p:cNvSpPr/>
            <p:nvPr/>
          </p:nvSpPr>
          <p:spPr>
            <a:xfrm>
              <a:off x="611560" y="1833217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359532" y="1977217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51660" y="1445414"/>
            <a:ext cx="2736028" cy="288000"/>
            <a:chOff x="359532" y="1301786"/>
            <a:chExt cx="2736028" cy="288000"/>
          </a:xfrm>
        </p:grpSpPr>
        <p:sp>
          <p:nvSpPr>
            <p:cNvPr id="34" name="Rectangle 33"/>
            <p:cNvSpPr/>
            <p:nvPr/>
          </p:nvSpPr>
          <p:spPr>
            <a:xfrm>
              <a:off x="611560" y="1301786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359532" y="1445786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551660" y="5165431"/>
            <a:ext cx="2736028" cy="288000"/>
            <a:chOff x="359532" y="5021803"/>
            <a:chExt cx="2736028" cy="288000"/>
          </a:xfrm>
        </p:grpSpPr>
        <p:sp>
          <p:nvSpPr>
            <p:cNvPr id="37" name="Rectangle 36"/>
            <p:cNvSpPr/>
            <p:nvPr/>
          </p:nvSpPr>
          <p:spPr>
            <a:xfrm>
              <a:off x="611560" y="5021803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359532" y="5165803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551660" y="4634000"/>
            <a:ext cx="2736028" cy="288000"/>
            <a:chOff x="359532" y="4490372"/>
            <a:chExt cx="2736028" cy="288000"/>
          </a:xfrm>
        </p:grpSpPr>
        <p:sp>
          <p:nvSpPr>
            <p:cNvPr id="40" name="Rectangle 39"/>
            <p:cNvSpPr/>
            <p:nvPr/>
          </p:nvSpPr>
          <p:spPr>
            <a:xfrm>
              <a:off x="611560" y="4490372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59532" y="4634372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551660" y="5696864"/>
            <a:ext cx="2736028" cy="288000"/>
            <a:chOff x="359532" y="5553236"/>
            <a:chExt cx="2736028" cy="288000"/>
          </a:xfrm>
        </p:grpSpPr>
        <p:sp>
          <p:nvSpPr>
            <p:cNvPr id="43" name="Rectangle 42"/>
            <p:cNvSpPr/>
            <p:nvPr/>
          </p:nvSpPr>
          <p:spPr>
            <a:xfrm>
              <a:off x="611560" y="5553236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359532" y="5697236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/>
          <p:cNvCxnSpPr/>
          <p:nvPr/>
        </p:nvCxnSpPr>
        <p:spPr>
          <a:xfrm>
            <a:off x="551384" y="756321"/>
            <a:ext cx="0" cy="510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6190788" y="1052736"/>
            <a:ext cx="5737860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99331" y="5841268"/>
            <a:ext cx="342144" cy="215444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113519" y="584126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23294" y="5839858"/>
            <a:ext cx="342144" cy="215444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137482" y="5839858"/>
            <a:ext cx="1696298" cy="215444"/>
          </a:xfrm>
          <a:prstGeom prst="rect">
            <a:avLst/>
          </a:prstGeom>
          <a:noFill/>
        </p:spPr>
        <p:txBody>
          <a:bodyPr wrap="none" tIns="0" bIns="0" rtlCol="0" anchor="ctr">
            <a:spAutoFit/>
          </a:bodyPr>
          <a:lstStyle/>
          <a:p>
            <a:r>
              <a:rPr lang="en-IN" sz="1400" dirty="0">
                <a:latin typeface="+mn-lt"/>
              </a:rPr>
              <a:t>Legend description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037955" y="944756"/>
            <a:ext cx="4578325" cy="1280092"/>
            <a:chOff x="3443170" y="908720"/>
            <a:chExt cx="4578325" cy="1280092"/>
          </a:xfrm>
        </p:grpSpPr>
        <p:sp>
          <p:nvSpPr>
            <p:cNvPr id="52" name="Rectangle 51"/>
            <p:cNvSpPr/>
            <p:nvPr/>
          </p:nvSpPr>
          <p:spPr>
            <a:xfrm>
              <a:off x="3443170" y="908720"/>
              <a:ext cx="2160000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455876" y="1160748"/>
              <a:ext cx="4031852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7487728" y="1160748"/>
              <a:ext cx="533767" cy="444705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6012160" y="1160748"/>
              <a:ext cx="839205" cy="72810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4625087" y="1160748"/>
              <a:ext cx="1204213" cy="1028064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037955" y="4185084"/>
            <a:ext cx="3335357" cy="720080"/>
            <a:chOff x="3443170" y="4149048"/>
            <a:chExt cx="3335357" cy="720080"/>
          </a:xfrm>
        </p:grpSpPr>
        <p:sp>
          <p:nvSpPr>
            <p:cNvPr id="58" name="Rectangle 57"/>
            <p:cNvSpPr/>
            <p:nvPr/>
          </p:nvSpPr>
          <p:spPr>
            <a:xfrm>
              <a:off x="3443170" y="4581128"/>
              <a:ext cx="2160000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6012160" y="4149048"/>
              <a:ext cx="766367" cy="70046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455876" y="4849208"/>
              <a:ext cx="2556284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/>
          <p:nvPr/>
        </p:nvGrpSpPr>
        <p:grpSpPr>
          <a:xfrm>
            <a:off x="4037955" y="3999732"/>
            <a:ext cx="4044558" cy="1373484"/>
            <a:chOff x="3443170" y="3963696"/>
            <a:chExt cx="4044558" cy="1373484"/>
          </a:xfrm>
        </p:grpSpPr>
        <p:sp>
          <p:nvSpPr>
            <p:cNvPr id="62" name="Rectangle 61"/>
            <p:cNvSpPr/>
            <p:nvPr/>
          </p:nvSpPr>
          <p:spPr>
            <a:xfrm>
              <a:off x="3443170" y="5049180"/>
              <a:ext cx="2160000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3455876" y="5310786"/>
              <a:ext cx="2556284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V="1">
              <a:off x="6014961" y="3963696"/>
              <a:ext cx="1472767" cy="1346108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4037955" y="2882318"/>
            <a:ext cx="3685114" cy="1302766"/>
            <a:chOff x="3443170" y="2846282"/>
            <a:chExt cx="3685114" cy="1302766"/>
          </a:xfrm>
        </p:grpSpPr>
        <p:sp>
          <p:nvSpPr>
            <p:cNvPr id="66" name="Rectangle 65"/>
            <p:cNvSpPr/>
            <p:nvPr/>
          </p:nvSpPr>
          <p:spPr>
            <a:xfrm>
              <a:off x="3443170" y="3861048"/>
              <a:ext cx="2160000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67" name="Straight Connector 66"/>
            <p:cNvCxnSpPr/>
            <p:nvPr/>
          </p:nvCxnSpPr>
          <p:spPr>
            <a:xfrm>
              <a:off x="3455876" y="4113076"/>
              <a:ext cx="2286254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5742130" y="2846282"/>
              <a:ext cx="1386154" cy="1266945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4037955" y="3304733"/>
            <a:ext cx="2028930" cy="412331"/>
            <a:chOff x="3443170" y="3268697"/>
            <a:chExt cx="2028930" cy="412331"/>
          </a:xfrm>
        </p:grpSpPr>
        <p:sp>
          <p:nvSpPr>
            <p:cNvPr id="70" name="Rectangle 69"/>
            <p:cNvSpPr/>
            <p:nvPr/>
          </p:nvSpPr>
          <p:spPr>
            <a:xfrm>
              <a:off x="3443170" y="3268697"/>
              <a:ext cx="1416862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3455876" y="3680997"/>
              <a:ext cx="1656184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5112060" y="3351951"/>
              <a:ext cx="360040" cy="329077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/>
          <p:cNvGrpSpPr/>
          <p:nvPr/>
        </p:nvGrpSpPr>
        <p:grpSpPr>
          <a:xfrm>
            <a:off x="4037956" y="2892295"/>
            <a:ext cx="1416861" cy="437982"/>
            <a:chOff x="3443171" y="2168860"/>
            <a:chExt cx="1416861" cy="437982"/>
          </a:xfrm>
        </p:grpSpPr>
        <p:sp>
          <p:nvSpPr>
            <p:cNvPr id="74" name="Rectangle 73"/>
            <p:cNvSpPr/>
            <p:nvPr/>
          </p:nvSpPr>
          <p:spPr>
            <a:xfrm>
              <a:off x="3443171" y="2168860"/>
              <a:ext cx="1344854" cy="41909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>
              <a:off x="3455876" y="2606842"/>
              <a:ext cx="1404156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 flipV="1">
            <a:off x="4050661" y="2034905"/>
            <a:ext cx="1821974" cy="1085330"/>
            <a:chOff x="3455876" y="2667321"/>
            <a:chExt cx="1821974" cy="1085330"/>
          </a:xfrm>
        </p:grpSpPr>
        <p:sp>
          <p:nvSpPr>
            <p:cNvPr id="77" name="Rectangle 76"/>
            <p:cNvSpPr/>
            <p:nvPr/>
          </p:nvSpPr>
          <p:spPr>
            <a:xfrm flipV="1">
              <a:off x="3456115" y="3500340"/>
              <a:ext cx="1403917" cy="25231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90000" bIns="36000" rtlCol="0" anchor="t"/>
            <a:lstStyle/>
            <a:p>
              <a:r>
                <a:rPr lang="en-IN" sz="12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3455876" y="3345346"/>
              <a:ext cx="147258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V="1">
              <a:off x="4928461" y="3128932"/>
              <a:ext cx="236810" cy="216446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4535996" y="2667321"/>
              <a:ext cx="741854" cy="678057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35661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Title as per scope slide</a:t>
            </a:r>
            <a:r>
              <a:rPr lang="en-US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51660" y="913983"/>
            <a:ext cx="2736028" cy="288000"/>
            <a:chOff x="359532" y="770355"/>
            <a:chExt cx="2736028" cy="288000"/>
          </a:xfrm>
        </p:grpSpPr>
        <p:sp>
          <p:nvSpPr>
            <p:cNvPr id="16" name="Rectangle 15"/>
            <p:cNvSpPr/>
            <p:nvPr/>
          </p:nvSpPr>
          <p:spPr>
            <a:xfrm>
              <a:off x="611560" y="770355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59532" y="914355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51660" y="4102569"/>
            <a:ext cx="2736028" cy="288000"/>
            <a:chOff x="359532" y="3958941"/>
            <a:chExt cx="2736028" cy="288000"/>
          </a:xfrm>
        </p:grpSpPr>
        <p:sp>
          <p:nvSpPr>
            <p:cNvPr id="19" name="Rectangle 18"/>
            <p:cNvSpPr/>
            <p:nvPr/>
          </p:nvSpPr>
          <p:spPr>
            <a:xfrm>
              <a:off x="611560" y="3958941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59532" y="4102941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51660" y="3571138"/>
            <a:ext cx="2736028" cy="288000"/>
            <a:chOff x="359532" y="3427510"/>
            <a:chExt cx="2736028" cy="288000"/>
          </a:xfrm>
        </p:grpSpPr>
        <p:sp>
          <p:nvSpPr>
            <p:cNvPr id="22" name="Rectangle 21"/>
            <p:cNvSpPr/>
            <p:nvPr/>
          </p:nvSpPr>
          <p:spPr>
            <a:xfrm>
              <a:off x="611560" y="3427510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359532" y="3571510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51660" y="3039707"/>
            <a:ext cx="2736028" cy="288000"/>
            <a:chOff x="359532" y="2896079"/>
            <a:chExt cx="2736028" cy="288000"/>
          </a:xfrm>
        </p:grpSpPr>
        <p:sp>
          <p:nvSpPr>
            <p:cNvPr id="25" name="Rectangle 24"/>
            <p:cNvSpPr/>
            <p:nvPr/>
          </p:nvSpPr>
          <p:spPr>
            <a:xfrm>
              <a:off x="611560" y="2896079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359532" y="3040079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51660" y="2508276"/>
            <a:ext cx="2736028" cy="288000"/>
            <a:chOff x="359532" y="2364648"/>
            <a:chExt cx="2736028" cy="288000"/>
          </a:xfrm>
        </p:grpSpPr>
        <p:sp>
          <p:nvSpPr>
            <p:cNvPr id="28" name="Rectangle 27"/>
            <p:cNvSpPr/>
            <p:nvPr/>
          </p:nvSpPr>
          <p:spPr>
            <a:xfrm>
              <a:off x="611560" y="2364648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359532" y="2508648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51660" y="1976845"/>
            <a:ext cx="2736028" cy="288000"/>
            <a:chOff x="359532" y="1833217"/>
            <a:chExt cx="2736028" cy="288000"/>
          </a:xfrm>
        </p:grpSpPr>
        <p:sp>
          <p:nvSpPr>
            <p:cNvPr id="31" name="Rectangle 30"/>
            <p:cNvSpPr/>
            <p:nvPr/>
          </p:nvSpPr>
          <p:spPr>
            <a:xfrm>
              <a:off x="611560" y="1833217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359532" y="1977217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51660" y="1445414"/>
            <a:ext cx="2736028" cy="288000"/>
            <a:chOff x="359532" y="1301786"/>
            <a:chExt cx="2736028" cy="288000"/>
          </a:xfrm>
        </p:grpSpPr>
        <p:sp>
          <p:nvSpPr>
            <p:cNvPr id="34" name="Rectangle 33"/>
            <p:cNvSpPr/>
            <p:nvPr/>
          </p:nvSpPr>
          <p:spPr>
            <a:xfrm>
              <a:off x="611560" y="1301786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359532" y="1445786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551660" y="5165431"/>
            <a:ext cx="2736028" cy="288000"/>
            <a:chOff x="359532" y="5021803"/>
            <a:chExt cx="2736028" cy="288000"/>
          </a:xfrm>
        </p:grpSpPr>
        <p:sp>
          <p:nvSpPr>
            <p:cNvPr id="37" name="Rectangle 36"/>
            <p:cNvSpPr/>
            <p:nvPr/>
          </p:nvSpPr>
          <p:spPr>
            <a:xfrm>
              <a:off x="611560" y="5021803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359532" y="5165803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551660" y="4634000"/>
            <a:ext cx="2736028" cy="288000"/>
            <a:chOff x="359532" y="4490372"/>
            <a:chExt cx="2736028" cy="288000"/>
          </a:xfrm>
        </p:grpSpPr>
        <p:sp>
          <p:nvSpPr>
            <p:cNvPr id="40" name="Rectangle 39"/>
            <p:cNvSpPr/>
            <p:nvPr/>
          </p:nvSpPr>
          <p:spPr>
            <a:xfrm>
              <a:off x="611560" y="4490372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59532" y="4634372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551660" y="5696864"/>
            <a:ext cx="2736028" cy="288000"/>
            <a:chOff x="359532" y="5553236"/>
            <a:chExt cx="2736028" cy="288000"/>
          </a:xfrm>
        </p:grpSpPr>
        <p:sp>
          <p:nvSpPr>
            <p:cNvPr id="43" name="Rectangle 42"/>
            <p:cNvSpPr/>
            <p:nvPr/>
          </p:nvSpPr>
          <p:spPr>
            <a:xfrm>
              <a:off x="611560" y="5553236"/>
              <a:ext cx="2484000" cy="288000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0000" tIns="36000" rIns="90000" bIns="36000" rtlCol="0" anchor="t"/>
            <a:lstStyle/>
            <a:p>
              <a:r>
                <a:rPr lang="en-IN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Name of Unit / Assembly</a:t>
              </a: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359532" y="5697236"/>
              <a:ext cx="25202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/>
          <p:cNvCxnSpPr/>
          <p:nvPr/>
        </p:nvCxnSpPr>
        <p:spPr>
          <a:xfrm>
            <a:off x="551384" y="756321"/>
            <a:ext cx="0" cy="510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3719736" y="1196752"/>
            <a:ext cx="8208912" cy="4464496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4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System Tree Chart</a:t>
            </a:r>
          </a:p>
        </p:txBody>
      </p:sp>
    </p:spTree>
    <p:extLst>
      <p:ext uri="{BB962C8B-B14F-4D97-AF65-F5344CB8AC3E}">
        <p14:creationId xmlns:p14="http://schemas.microsoft.com/office/powerpoint/2010/main" val="177770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b="1" dirty="0">
                <a:solidFill>
                  <a:srgbClr val="FF0000"/>
                </a:solidFill>
                <a:latin typeface="Trebuchet MS"/>
                <a:cs typeface="Arial" panose="020B0604020202020204" pitchFamily="34" charset="0"/>
              </a:rPr>
              <a:t>&lt;</a:t>
            </a:r>
            <a:r>
              <a:rPr lang="en-US" b="1" dirty="0">
                <a:solidFill>
                  <a:prstClr val="white"/>
                </a:solidFill>
                <a:latin typeface="Trebuchet MS"/>
                <a:cs typeface="Arial" panose="020B0604020202020204" pitchFamily="34" charset="0"/>
              </a:rPr>
              <a:t>Title as per scope slide</a:t>
            </a:r>
            <a:r>
              <a:rPr lang="en-US" b="1" dirty="0">
                <a:solidFill>
                  <a:srgbClr val="FF0000"/>
                </a:solidFill>
                <a:latin typeface="Trebuchet MS"/>
                <a:cs typeface="Arial" panose="020B0604020202020204" pitchFamily="34" charset="0"/>
              </a:rPr>
              <a:t>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66911"/>
              </p:ext>
            </p:extLst>
          </p:nvPr>
        </p:nvGraphicFramePr>
        <p:xfrm>
          <a:off x="263352" y="1555894"/>
          <a:ext cx="116652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5187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1: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7488182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97302"/>
              </p:ext>
            </p:extLst>
          </p:nvPr>
        </p:nvGraphicFramePr>
        <p:xfrm>
          <a:off x="263352" y="1555894"/>
          <a:ext cx="116652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Attribute 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8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IN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Specification</a:t>
                      </a: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5187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2: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26829214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14616"/>
              </p:ext>
            </p:extLst>
          </p:nvPr>
        </p:nvGraphicFramePr>
        <p:xfrm>
          <a:off x="263352" y="1555894"/>
          <a:ext cx="116652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8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IN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5187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3: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7744150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807219"/>
              </p:ext>
            </p:extLst>
          </p:nvPr>
        </p:nvGraphicFramePr>
        <p:xfrm>
          <a:off x="263351" y="1555894"/>
          <a:ext cx="116652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2648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5187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 name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4: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160199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052320"/>
              </p:ext>
            </p:extLst>
          </p:nvPr>
        </p:nvGraphicFramePr>
        <p:xfrm>
          <a:off x="263351" y="1555894"/>
          <a:ext cx="1166529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324">
                  <a:extLst>
                    <a:ext uri="{9D8B030D-6E8A-4147-A177-3AD203B41FA5}">
                      <a16:colId xmlns:a16="http://schemas.microsoft.com/office/drawing/2014/main" val="48237508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37565230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51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58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rebuchet MS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5: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9831022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3A9F4C-FE39-1E22-8943-BC4C0D8C4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153320"/>
              </p:ext>
            </p:extLst>
          </p:nvPr>
        </p:nvGraphicFramePr>
        <p:xfrm>
          <a:off x="263352" y="1555894"/>
          <a:ext cx="1166529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888">
                  <a:extLst>
                    <a:ext uri="{9D8B030D-6E8A-4147-A177-3AD203B41FA5}">
                      <a16:colId xmlns:a16="http://schemas.microsoft.com/office/drawing/2014/main" val="2014497"/>
                    </a:ext>
                  </a:extLst>
                </a:gridCol>
                <a:gridCol w="3885663">
                  <a:extLst>
                    <a:ext uri="{9D8B030D-6E8A-4147-A177-3AD203B41FA5}">
                      <a16:colId xmlns:a16="http://schemas.microsoft.com/office/drawing/2014/main" val="33888958"/>
                    </a:ext>
                  </a:extLst>
                </a:gridCol>
                <a:gridCol w="5837746">
                  <a:extLst>
                    <a:ext uri="{9D8B030D-6E8A-4147-A177-3AD203B41FA5}">
                      <a16:colId xmlns:a16="http://schemas.microsoft.com/office/drawing/2014/main" val="292433743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8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IN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70148"/>
                  </a:ext>
                </a:extLst>
              </a:tr>
              <a:tr h="37084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Sub-title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151941"/>
                  </a:ext>
                </a:extLst>
              </a:tr>
              <a:tr h="37084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dirty="0"/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799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06851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97315"/>
                  </a:ext>
                </a:extLst>
              </a:tr>
              <a:tr h="37084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Sub-title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1822"/>
                  </a:ext>
                </a:extLst>
              </a:tr>
              <a:tr h="37084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/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76841"/>
                  </a:ext>
                </a:extLst>
              </a:tr>
              <a:tr h="37084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dirty="0"/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84887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781403"/>
                  </a:ext>
                </a:extLst>
              </a:tr>
              <a:tr h="37084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Sub-title</a:t>
                      </a: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4799"/>
                  </a:ext>
                </a:extLst>
              </a:tr>
              <a:tr h="37084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dirty="0"/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96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46976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F3FA6-25CA-3D85-6D3C-96A9036DBAF8}"/>
              </a:ext>
            </a:extLst>
          </p:cNvPr>
          <p:cNvSpPr txBox="1"/>
          <p:nvPr/>
        </p:nvSpPr>
        <p:spPr>
          <a:xfrm>
            <a:off x="167464" y="1150274"/>
            <a:ext cx="787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cs typeface="Arial" panose="020B0604020202020204" pitchFamily="34" charset="0"/>
              </a:rPr>
              <a:t>Sample 6: For tables which do not have cell merge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09738753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508802202"/>
              </p:ext>
            </p:extLst>
          </p:nvPr>
        </p:nvGraphicFramePr>
        <p:xfrm>
          <a:off x="349467" y="1196800"/>
          <a:ext cx="11470241" cy="4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5240612" y="1772816"/>
            <a:ext cx="6688035" cy="4217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352" y="1772815"/>
            <a:ext cx="4670584" cy="4217693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</p:spTree>
    <p:extLst>
      <p:ext uri="{BB962C8B-B14F-4D97-AF65-F5344CB8AC3E}">
        <p14:creationId xmlns:p14="http://schemas.microsoft.com/office/powerpoint/2010/main" val="337687120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4799856" y="4797152"/>
            <a:ext cx="7128792" cy="119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+mn-lt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+mn-lt"/>
                <a:cs typeface="Arial" panose="020B0604020202020204" pitchFamily="34" charset="0"/>
              </a:rPr>
              <a:t>Xxxxxxxxxxxxxxxxxxxxxxxxxxxxxxxxxxxxxx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+mn-lt"/>
                <a:cs typeface="Arial" panose="020B0604020202020204" pitchFamily="34" charset="0"/>
              </a:rPr>
              <a:t>Xxxxxxxxxxxxxxxxxxxxxxxxxxxxxxxxxxxxxx</a:t>
            </a:r>
            <a:endParaRPr lang="en-US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4799856" y="1292946"/>
            <a:ext cx="7128792" cy="3281589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(Remove this boundaries)</a:t>
            </a: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2568143591"/>
              </p:ext>
            </p:extLst>
          </p:nvPr>
        </p:nvGraphicFramePr>
        <p:xfrm>
          <a:off x="347578" y="1251012"/>
          <a:ext cx="3948222" cy="462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</p:spTree>
    <p:extLst>
      <p:ext uri="{BB962C8B-B14F-4D97-AF65-F5344CB8AC3E}">
        <p14:creationId xmlns:p14="http://schemas.microsoft.com/office/powerpoint/2010/main" val="400721389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Content Placeholder 7">
            <a:extLst>
              <a:ext uri="{FF2B5EF4-FFF2-40B4-BE49-F238E27FC236}">
                <a16:creationId xmlns:a16="http://schemas.microsoft.com/office/drawing/2014/main" id="{E6BB383A-375D-4DFD-898B-5B414AFBE7D9}"/>
              </a:ext>
            </a:extLst>
          </p:cNvPr>
          <p:cNvSpPr txBox="1">
            <a:spLocks/>
          </p:cNvSpPr>
          <p:nvPr/>
        </p:nvSpPr>
        <p:spPr bwMode="auto">
          <a:xfrm>
            <a:off x="6176717" y="1602820"/>
            <a:ext cx="5751758" cy="43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271463" indent="-249238" algn="l" rtl="0" eaLnBrk="0" fontAlgn="base" hangingPunct="0">
              <a:spcBef>
                <a:spcPct val="20000"/>
              </a:spcBef>
              <a:spcAft>
                <a:spcPts val="20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Xxxxxxxxxxxxxxxxxxxxxxxxxxxxxxxxxxxxxx</a:t>
            </a:r>
            <a:endParaRPr lang="en-US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40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602819"/>
            <a:ext cx="5734340" cy="4387689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86798" y="1196752"/>
            <a:ext cx="1355624" cy="357025"/>
            <a:chOff x="0" y="0"/>
            <a:chExt cx="1355624" cy="357025"/>
          </a:xfrm>
        </p:grpSpPr>
        <p:sp>
          <p:nvSpPr>
            <p:cNvPr id="49" name="Chevron 48"/>
            <p:cNvSpPr/>
            <p:nvPr/>
          </p:nvSpPr>
          <p:spPr>
            <a:xfrm>
              <a:off x="0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Chevron 4"/>
            <p:cNvSpPr txBox="1"/>
            <p:nvPr/>
          </p:nvSpPr>
          <p:spPr>
            <a:xfrm>
              <a:off x="178513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506860" y="1196752"/>
            <a:ext cx="1355624" cy="357025"/>
            <a:chOff x="1220062" y="0"/>
            <a:chExt cx="1355624" cy="357025"/>
          </a:xfrm>
        </p:grpSpPr>
        <p:sp>
          <p:nvSpPr>
            <p:cNvPr id="52" name="Chevron 51"/>
            <p:cNvSpPr/>
            <p:nvPr/>
          </p:nvSpPr>
          <p:spPr>
            <a:xfrm>
              <a:off x="1220062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3" name="Chevron 6"/>
            <p:cNvSpPr txBox="1"/>
            <p:nvPr/>
          </p:nvSpPr>
          <p:spPr>
            <a:xfrm>
              <a:off x="139857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726923" y="1196752"/>
            <a:ext cx="1355624" cy="357025"/>
            <a:chOff x="2440125" y="0"/>
            <a:chExt cx="1355624" cy="357025"/>
          </a:xfrm>
        </p:grpSpPr>
        <p:sp>
          <p:nvSpPr>
            <p:cNvPr id="55" name="Chevron 54"/>
            <p:cNvSpPr/>
            <p:nvPr/>
          </p:nvSpPr>
          <p:spPr>
            <a:xfrm>
              <a:off x="2440125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Chevron 8"/>
            <p:cNvSpPr txBox="1"/>
            <p:nvPr/>
          </p:nvSpPr>
          <p:spPr>
            <a:xfrm>
              <a:off x="261863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946985" y="1196752"/>
            <a:ext cx="1355624" cy="357025"/>
            <a:chOff x="3660187" y="0"/>
            <a:chExt cx="1355624" cy="357025"/>
          </a:xfrm>
        </p:grpSpPr>
        <p:sp>
          <p:nvSpPr>
            <p:cNvPr id="58" name="Chevron 57"/>
            <p:cNvSpPr/>
            <p:nvPr/>
          </p:nvSpPr>
          <p:spPr>
            <a:xfrm>
              <a:off x="3660187" y="0"/>
              <a:ext cx="1355624" cy="357025"/>
            </a:xfrm>
            <a:prstGeom prst="chevron">
              <a:avLst/>
            </a:prstGeom>
            <a:solidFill>
              <a:srgbClr val="FFFF99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9" name="Chevron 10"/>
            <p:cNvSpPr txBox="1"/>
            <p:nvPr/>
          </p:nvSpPr>
          <p:spPr>
            <a:xfrm>
              <a:off x="3838700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167048" y="1196752"/>
            <a:ext cx="1355624" cy="357025"/>
            <a:chOff x="4880250" y="0"/>
            <a:chExt cx="1355624" cy="357025"/>
          </a:xfrm>
        </p:grpSpPr>
        <p:sp>
          <p:nvSpPr>
            <p:cNvPr id="61" name="Chevron 60"/>
            <p:cNvSpPr/>
            <p:nvPr/>
          </p:nvSpPr>
          <p:spPr>
            <a:xfrm>
              <a:off x="4880250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2" name="Chevron 12"/>
            <p:cNvSpPr txBox="1"/>
            <p:nvPr/>
          </p:nvSpPr>
          <p:spPr>
            <a:xfrm>
              <a:off x="5058763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387110" y="1196752"/>
            <a:ext cx="1355624" cy="357025"/>
            <a:chOff x="6100312" y="0"/>
            <a:chExt cx="1355624" cy="357025"/>
          </a:xfrm>
        </p:grpSpPr>
        <p:sp>
          <p:nvSpPr>
            <p:cNvPr id="64" name="Chevron 63"/>
            <p:cNvSpPr/>
            <p:nvPr/>
          </p:nvSpPr>
          <p:spPr>
            <a:xfrm>
              <a:off x="6100312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5" name="Chevron 14"/>
            <p:cNvSpPr txBox="1"/>
            <p:nvPr/>
          </p:nvSpPr>
          <p:spPr>
            <a:xfrm>
              <a:off x="627882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7607173" y="1196752"/>
            <a:ext cx="1355624" cy="357025"/>
            <a:chOff x="7320375" y="0"/>
            <a:chExt cx="1355624" cy="357025"/>
          </a:xfrm>
        </p:grpSpPr>
        <p:sp>
          <p:nvSpPr>
            <p:cNvPr id="67" name="Chevron 66"/>
            <p:cNvSpPr/>
            <p:nvPr/>
          </p:nvSpPr>
          <p:spPr>
            <a:xfrm>
              <a:off x="7320375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8" name="Chevron 16"/>
            <p:cNvSpPr txBox="1"/>
            <p:nvPr/>
          </p:nvSpPr>
          <p:spPr>
            <a:xfrm>
              <a:off x="749888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8832890" y="1196752"/>
            <a:ext cx="1355624" cy="357025"/>
            <a:chOff x="6100312" y="0"/>
            <a:chExt cx="1355624" cy="357025"/>
          </a:xfrm>
        </p:grpSpPr>
        <p:sp>
          <p:nvSpPr>
            <p:cNvPr id="70" name="Chevron 69"/>
            <p:cNvSpPr/>
            <p:nvPr/>
          </p:nvSpPr>
          <p:spPr>
            <a:xfrm>
              <a:off x="6100312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1" name="Chevron 14"/>
            <p:cNvSpPr txBox="1"/>
            <p:nvPr/>
          </p:nvSpPr>
          <p:spPr>
            <a:xfrm>
              <a:off x="627882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0052953" y="1196752"/>
            <a:ext cx="1875695" cy="357025"/>
            <a:chOff x="7320375" y="0"/>
            <a:chExt cx="1355624" cy="357025"/>
          </a:xfrm>
        </p:grpSpPr>
        <p:sp>
          <p:nvSpPr>
            <p:cNvPr id="73" name="Chevron 72"/>
            <p:cNvSpPr/>
            <p:nvPr/>
          </p:nvSpPr>
          <p:spPr>
            <a:xfrm>
              <a:off x="7320375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Chevron 16"/>
            <p:cNvSpPr txBox="1"/>
            <p:nvPr/>
          </p:nvSpPr>
          <p:spPr>
            <a:xfrm>
              <a:off x="749888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</p:spTree>
    <p:extLst>
      <p:ext uri="{BB962C8B-B14F-4D97-AF65-F5344CB8AC3E}">
        <p14:creationId xmlns:p14="http://schemas.microsoft.com/office/powerpoint/2010/main" val="377555848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286798" y="1196752"/>
            <a:ext cx="1355624" cy="357025"/>
            <a:chOff x="0" y="0"/>
            <a:chExt cx="1355624" cy="357025"/>
          </a:xfrm>
        </p:grpSpPr>
        <p:sp>
          <p:nvSpPr>
            <p:cNvPr id="36" name="Chevron 35"/>
            <p:cNvSpPr/>
            <p:nvPr/>
          </p:nvSpPr>
          <p:spPr>
            <a:xfrm>
              <a:off x="0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Chevron 4"/>
            <p:cNvSpPr txBox="1"/>
            <p:nvPr/>
          </p:nvSpPr>
          <p:spPr>
            <a:xfrm>
              <a:off x="178513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506860" y="1196752"/>
            <a:ext cx="1355624" cy="357025"/>
            <a:chOff x="1220062" y="0"/>
            <a:chExt cx="1355624" cy="357025"/>
          </a:xfrm>
        </p:grpSpPr>
        <p:sp>
          <p:nvSpPr>
            <p:cNvPr id="34" name="Chevron 33"/>
            <p:cNvSpPr/>
            <p:nvPr/>
          </p:nvSpPr>
          <p:spPr>
            <a:xfrm>
              <a:off x="1220062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Chevron 6"/>
            <p:cNvSpPr txBox="1"/>
            <p:nvPr/>
          </p:nvSpPr>
          <p:spPr>
            <a:xfrm>
              <a:off x="139857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726923" y="1196752"/>
            <a:ext cx="1355624" cy="357025"/>
            <a:chOff x="2440125" y="0"/>
            <a:chExt cx="1355624" cy="357025"/>
          </a:xfrm>
        </p:grpSpPr>
        <p:sp>
          <p:nvSpPr>
            <p:cNvPr id="32" name="Chevron 31"/>
            <p:cNvSpPr/>
            <p:nvPr/>
          </p:nvSpPr>
          <p:spPr>
            <a:xfrm>
              <a:off x="2440125" y="0"/>
              <a:ext cx="1355624" cy="357025"/>
            </a:xfrm>
            <a:prstGeom prst="chevron">
              <a:avLst/>
            </a:prstGeom>
            <a:solidFill>
              <a:srgbClr val="92D050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Chevron 8"/>
            <p:cNvSpPr txBox="1"/>
            <p:nvPr/>
          </p:nvSpPr>
          <p:spPr>
            <a:xfrm>
              <a:off x="261863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46985" y="1196752"/>
            <a:ext cx="1355624" cy="357025"/>
            <a:chOff x="3660187" y="0"/>
            <a:chExt cx="1355624" cy="357025"/>
          </a:xfrm>
        </p:grpSpPr>
        <p:sp>
          <p:nvSpPr>
            <p:cNvPr id="30" name="Chevron 29"/>
            <p:cNvSpPr/>
            <p:nvPr/>
          </p:nvSpPr>
          <p:spPr>
            <a:xfrm>
              <a:off x="3660187" y="0"/>
              <a:ext cx="1355624" cy="357025"/>
            </a:xfrm>
            <a:prstGeom prst="chevron">
              <a:avLst/>
            </a:prstGeom>
            <a:solidFill>
              <a:srgbClr val="FFFF99"/>
            </a:solidFill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Chevron 10"/>
            <p:cNvSpPr txBox="1"/>
            <p:nvPr/>
          </p:nvSpPr>
          <p:spPr>
            <a:xfrm>
              <a:off x="3838700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67048" y="1196752"/>
            <a:ext cx="1355624" cy="357025"/>
            <a:chOff x="4880250" y="0"/>
            <a:chExt cx="1355624" cy="357025"/>
          </a:xfrm>
        </p:grpSpPr>
        <p:sp>
          <p:nvSpPr>
            <p:cNvPr id="28" name="Chevron 27"/>
            <p:cNvSpPr/>
            <p:nvPr/>
          </p:nvSpPr>
          <p:spPr>
            <a:xfrm>
              <a:off x="4880250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Chevron 12"/>
            <p:cNvSpPr txBox="1"/>
            <p:nvPr/>
          </p:nvSpPr>
          <p:spPr>
            <a:xfrm>
              <a:off x="5058763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87110" y="1196752"/>
            <a:ext cx="1355624" cy="357025"/>
            <a:chOff x="6100312" y="0"/>
            <a:chExt cx="1355624" cy="357025"/>
          </a:xfrm>
        </p:grpSpPr>
        <p:sp>
          <p:nvSpPr>
            <p:cNvPr id="26" name="Chevron 25"/>
            <p:cNvSpPr/>
            <p:nvPr/>
          </p:nvSpPr>
          <p:spPr>
            <a:xfrm>
              <a:off x="6100312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hevron 14"/>
            <p:cNvSpPr txBox="1"/>
            <p:nvPr/>
          </p:nvSpPr>
          <p:spPr>
            <a:xfrm>
              <a:off x="627882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607173" y="1196752"/>
            <a:ext cx="1355624" cy="357025"/>
            <a:chOff x="7320375" y="0"/>
            <a:chExt cx="1355624" cy="357025"/>
          </a:xfrm>
        </p:grpSpPr>
        <p:sp>
          <p:nvSpPr>
            <p:cNvPr id="24" name="Chevron 23"/>
            <p:cNvSpPr/>
            <p:nvPr/>
          </p:nvSpPr>
          <p:spPr>
            <a:xfrm>
              <a:off x="7320375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Chevron 16"/>
            <p:cNvSpPr txBox="1"/>
            <p:nvPr/>
          </p:nvSpPr>
          <p:spPr>
            <a:xfrm>
              <a:off x="749888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832890" y="1196752"/>
            <a:ext cx="1355624" cy="357025"/>
            <a:chOff x="6100312" y="0"/>
            <a:chExt cx="1355624" cy="357025"/>
          </a:xfrm>
        </p:grpSpPr>
        <p:sp>
          <p:nvSpPr>
            <p:cNvPr id="47" name="Chevron 46"/>
            <p:cNvSpPr/>
            <p:nvPr/>
          </p:nvSpPr>
          <p:spPr>
            <a:xfrm>
              <a:off x="6100312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Chevron 14"/>
            <p:cNvSpPr txBox="1"/>
            <p:nvPr/>
          </p:nvSpPr>
          <p:spPr>
            <a:xfrm>
              <a:off x="6278825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0052953" y="1196752"/>
            <a:ext cx="1875695" cy="357025"/>
            <a:chOff x="7320375" y="0"/>
            <a:chExt cx="1355624" cy="357025"/>
          </a:xfrm>
        </p:grpSpPr>
        <p:sp>
          <p:nvSpPr>
            <p:cNvPr id="50" name="Chevron 49"/>
            <p:cNvSpPr/>
            <p:nvPr/>
          </p:nvSpPr>
          <p:spPr>
            <a:xfrm>
              <a:off x="7320375" y="0"/>
              <a:ext cx="1355624" cy="357025"/>
            </a:xfrm>
            <a:prstGeom prst="chevron">
              <a:avLst/>
            </a:prstGeom>
            <a:noFill/>
            <a:ln w="9525"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Chevron 16"/>
            <p:cNvSpPr txBox="1"/>
            <p:nvPr/>
          </p:nvSpPr>
          <p:spPr>
            <a:xfrm>
              <a:off x="7498888" y="0"/>
              <a:ext cx="998599" cy="3570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6002" rIns="0" bIns="16002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cs typeface="Arial" panose="020B0604020202020204" pitchFamily="34" charset="0"/>
                </a:rPr>
                <a:t>&lt;Operation Name&gt;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056927" y="1772816"/>
            <a:ext cx="4885114" cy="280712"/>
            <a:chOff x="2093106" y="4623137"/>
            <a:chExt cx="5802798" cy="280712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2093106" y="4903849"/>
              <a:ext cx="580279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2093106" y="4623137"/>
              <a:ext cx="5802798" cy="236318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sz="1400" dirty="0">
                  <a:solidFill>
                    <a:schemeClr val="tx1"/>
                  </a:solidFill>
                  <a:cs typeface="Arial" panose="020B0604020202020204" pitchFamily="34" charset="0"/>
                </a:rPr>
                <a:t>Sub-stages of Operation</a:t>
              </a:r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7747594" y="2178884"/>
            <a:ext cx="4168946" cy="274045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cs typeface="Arial" panose="020B0604020202020204" pitchFamily="34" charset="0"/>
              </a:rPr>
              <a:t>&lt;Sub-operation name&gt;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47594" y="2505878"/>
            <a:ext cx="4168945" cy="305687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cs typeface="Arial" panose="020B0604020202020204" pitchFamily="34" charset="0"/>
              </a:rPr>
              <a:t>&lt;Sub-operation name&gt;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47594" y="2864514"/>
            <a:ext cx="4168945" cy="305688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cs typeface="Arial" panose="020B0604020202020204" pitchFamily="34" charset="0"/>
              </a:rPr>
              <a:t>&lt;Sub-operation name&gt;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47594" y="3223151"/>
            <a:ext cx="4168945" cy="358636"/>
          </a:xfrm>
          <a:prstGeom prst="roundRect">
            <a:avLst>
              <a:gd name="adj" fmla="val 0"/>
            </a:avLst>
          </a:prstGeom>
          <a:solidFill>
            <a:srgbClr val="FFFF99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cs typeface="Arial" panose="020B0604020202020204" pitchFamily="34" charset="0"/>
              </a:rPr>
              <a:t>&lt;Sub-operation name&gt;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47594" y="3646427"/>
            <a:ext cx="4168945" cy="358637"/>
          </a:xfrm>
          <a:prstGeom prst="roundRect">
            <a:avLst>
              <a:gd name="adj" fmla="val 0"/>
            </a:avLst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>
                <a:cs typeface="Arial" panose="020B0604020202020204" pitchFamily="34" charset="0"/>
              </a:rPr>
              <a:t>&lt;Sub-operation name&gt;</a:t>
            </a:r>
          </a:p>
        </p:txBody>
      </p:sp>
      <p:sp>
        <p:nvSpPr>
          <p:cNvPr id="60" name="Regular Pentagon 13"/>
          <p:cNvSpPr/>
          <p:nvPr/>
        </p:nvSpPr>
        <p:spPr>
          <a:xfrm flipV="1">
            <a:off x="7056927" y="2548046"/>
            <a:ext cx="594281" cy="405582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2371 w 962489"/>
              <a:gd name="connsiteY0" fmla="*/ 349269 h 914398"/>
              <a:gd name="connsiteX1" fmla="*/ 482430 w 962489"/>
              <a:gd name="connsiteY1" fmla="*/ 0 h 914398"/>
              <a:gd name="connsiteX2" fmla="*/ 962489 w 962489"/>
              <a:gd name="connsiteY2" fmla="*/ 349269 h 914398"/>
              <a:gd name="connsiteX3" fmla="*/ 779123 w 962489"/>
              <a:gd name="connsiteY3" fmla="*/ 914398 h 914398"/>
              <a:gd name="connsiteX4" fmla="*/ 0 w 962489"/>
              <a:gd name="connsiteY4" fmla="*/ 912017 h 914398"/>
              <a:gd name="connsiteX5" fmla="*/ 2371 w 962489"/>
              <a:gd name="connsiteY5" fmla="*/ 349269 h 914398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4531"/>
              <a:gd name="connsiteX1" fmla="*/ 482430 w 962489"/>
              <a:gd name="connsiteY1" fmla="*/ 0 h 914531"/>
              <a:gd name="connsiteX2" fmla="*/ 962489 w 962489"/>
              <a:gd name="connsiteY2" fmla="*/ 349269 h 914531"/>
              <a:gd name="connsiteX3" fmla="*/ 962480 w 962489"/>
              <a:gd name="connsiteY3" fmla="*/ 912017 h 914531"/>
              <a:gd name="connsiteX4" fmla="*/ 464670 w 962489"/>
              <a:gd name="connsiteY4" fmla="*/ 914531 h 914531"/>
              <a:gd name="connsiteX5" fmla="*/ 0 w 962489"/>
              <a:gd name="connsiteY5" fmla="*/ 912017 h 914531"/>
              <a:gd name="connsiteX6" fmla="*/ 2371 w 962489"/>
              <a:gd name="connsiteY6" fmla="*/ 349269 h 914531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486088 w 962489"/>
              <a:gd name="connsiteY4" fmla="*/ 577189 h 912017"/>
              <a:gd name="connsiteX5" fmla="*/ 0 w 962489"/>
              <a:gd name="connsiteY5" fmla="*/ 912017 h 912017"/>
              <a:gd name="connsiteX6" fmla="*/ 2371 w 962489"/>
              <a:gd name="connsiteY6" fmla="*/ 349269 h 9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2489" h="912017">
                <a:moveTo>
                  <a:pt x="2371" y="349269"/>
                </a:moveTo>
                <a:lnTo>
                  <a:pt x="482430" y="0"/>
                </a:lnTo>
                <a:lnTo>
                  <a:pt x="962489" y="349269"/>
                </a:lnTo>
                <a:cubicBezTo>
                  <a:pt x="962486" y="536852"/>
                  <a:pt x="962483" y="724434"/>
                  <a:pt x="962480" y="912017"/>
                </a:cubicBezTo>
                <a:lnTo>
                  <a:pt x="486088" y="577189"/>
                </a:lnTo>
                <a:lnTo>
                  <a:pt x="0" y="912017"/>
                </a:lnTo>
                <a:cubicBezTo>
                  <a:pt x="790" y="724434"/>
                  <a:pt x="1581" y="536852"/>
                  <a:pt x="2371" y="349269"/>
                </a:cubicBezTo>
                <a:close/>
              </a:path>
            </a:pathLst>
          </a:cu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gular Pentagon 13"/>
          <p:cNvSpPr/>
          <p:nvPr/>
        </p:nvSpPr>
        <p:spPr>
          <a:xfrm flipV="1">
            <a:off x="7056927" y="2911131"/>
            <a:ext cx="594281" cy="405582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2371 w 962489"/>
              <a:gd name="connsiteY0" fmla="*/ 349269 h 914398"/>
              <a:gd name="connsiteX1" fmla="*/ 482430 w 962489"/>
              <a:gd name="connsiteY1" fmla="*/ 0 h 914398"/>
              <a:gd name="connsiteX2" fmla="*/ 962489 w 962489"/>
              <a:gd name="connsiteY2" fmla="*/ 349269 h 914398"/>
              <a:gd name="connsiteX3" fmla="*/ 779123 w 962489"/>
              <a:gd name="connsiteY3" fmla="*/ 914398 h 914398"/>
              <a:gd name="connsiteX4" fmla="*/ 0 w 962489"/>
              <a:gd name="connsiteY4" fmla="*/ 912017 h 914398"/>
              <a:gd name="connsiteX5" fmla="*/ 2371 w 962489"/>
              <a:gd name="connsiteY5" fmla="*/ 349269 h 914398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4531"/>
              <a:gd name="connsiteX1" fmla="*/ 482430 w 962489"/>
              <a:gd name="connsiteY1" fmla="*/ 0 h 914531"/>
              <a:gd name="connsiteX2" fmla="*/ 962489 w 962489"/>
              <a:gd name="connsiteY2" fmla="*/ 349269 h 914531"/>
              <a:gd name="connsiteX3" fmla="*/ 962480 w 962489"/>
              <a:gd name="connsiteY3" fmla="*/ 912017 h 914531"/>
              <a:gd name="connsiteX4" fmla="*/ 464670 w 962489"/>
              <a:gd name="connsiteY4" fmla="*/ 914531 h 914531"/>
              <a:gd name="connsiteX5" fmla="*/ 0 w 962489"/>
              <a:gd name="connsiteY5" fmla="*/ 912017 h 914531"/>
              <a:gd name="connsiteX6" fmla="*/ 2371 w 962489"/>
              <a:gd name="connsiteY6" fmla="*/ 349269 h 914531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486088 w 962489"/>
              <a:gd name="connsiteY4" fmla="*/ 577189 h 912017"/>
              <a:gd name="connsiteX5" fmla="*/ 0 w 962489"/>
              <a:gd name="connsiteY5" fmla="*/ 912017 h 912017"/>
              <a:gd name="connsiteX6" fmla="*/ 2371 w 962489"/>
              <a:gd name="connsiteY6" fmla="*/ 349269 h 9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2489" h="912017">
                <a:moveTo>
                  <a:pt x="2371" y="349269"/>
                </a:moveTo>
                <a:lnTo>
                  <a:pt x="482430" y="0"/>
                </a:lnTo>
                <a:lnTo>
                  <a:pt x="962489" y="349269"/>
                </a:lnTo>
                <a:cubicBezTo>
                  <a:pt x="962486" y="536852"/>
                  <a:pt x="962483" y="724434"/>
                  <a:pt x="962480" y="912017"/>
                </a:cubicBezTo>
                <a:lnTo>
                  <a:pt x="486088" y="577189"/>
                </a:lnTo>
                <a:lnTo>
                  <a:pt x="0" y="912017"/>
                </a:lnTo>
                <a:cubicBezTo>
                  <a:pt x="790" y="724434"/>
                  <a:pt x="1581" y="536852"/>
                  <a:pt x="2371" y="349269"/>
                </a:cubicBezTo>
                <a:close/>
              </a:path>
            </a:pathLst>
          </a:cu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gular Pentagon 13"/>
          <p:cNvSpPr/>
          <p:nvPr/>
        </p:nvSpPr>
        <p:spPr>
          <a:xfrm flipV="1">
            <a:off x="7056927" y="3274216"/>
            <a:ext cx="594281" cy="405582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2371 w 962489"/>
              <a:gd name="connsiteY0" fmla="*/ 349269 h 914398"/>
              <a:gd name="connsiteX1" fmla="*/ 482430 w 962489"/>
              <a:gd name="connsiteY1" fmla="*/ 0 h 914398"/>
              <a:gd name="connsiteX2" fmla="*/ 962489 w 962489"/>
              <a:gd name="connsiteY2" fmla="*/ 349269 h 914398"/>
              <a:gd name="connsiteX3" fmla="*/ 779123 w 962489"/>
              <a:gd name="connsiteY3" fmla="*/ 914398 h 914398"/>
              <a:gd name="connsiteX4" fmla="*/ 0 w 962489"/>
              <a:gd name="connsiteY4" fmla="*/ 912017 h 914398"/>
              <a:gd name="connsiteX5" fmla="*/ 2371 w 962489"/>
              <a:gd name="connsiteY5" fmla="*/ 349269 h 914398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4531"/>
              <a:gd name="connsiteX1" fmla="*/ 482430 w 962489"/>
              <a:gd name="connsiteY1" fmla="*/ 0 h 914531"/>
              <a:gd name="connsiteX2" fmla="*/ 962489 w 962489"/>
              <a:gd name="connsiteY2" fmla="*/ 349269 h 914531"/>
              <a:gd name="connsiteX3" fmla="*/ 962480 w 962489"/>
              <a:gd name="connsiteY3" fmla="*/ 912017 h 914531"/>
              <a:gd name="connsiteX4" fmla="*/ 464670 w 962489"/>
              <a:gd name="connsiteY4" fmla="*/ 914531 h 914531"/>
              <a:gd name="connsiteX5" fmla="*/ 0 w 962489"/>
              <a:gd name="connsiteY5" fmla="*/ 912017 h 914531"/>
              <a:gd name="connsiteX6" fmla="*/ 2371 w 962489"/>
              <a:gd name="connsiteY6" fmla="*/ 349269 h 914531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486088 w 962489"/>
              <a:gd name="connsiteY4" fmla="*/ 577189 h 912017"/>
              <a:gd name="connsiteX5" fmla="*/ 0 w 962489"/>
              <a:gd name="connsiteY5" fmla="*/ 912017 h 912017"/>
              <a:gd name="connsiteX6" fmla="*/ 2371 w 962489"/>
              <a:gd name="connsiteY6" fmla="*/ 349269 h 9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2489" h="912017">
                <a:moveTo>
                  <a:pt x="2371" y="349269"/>
                </a:moveTo>
                <a:lnTo>
                  <a:pt x="482430" y="0"/>
                </a:lnTo>
                <a:lnTo>
                  <a:pt x="962489" y="349269"/>
                </a:lnTo>
                <a:cubicBezTo>
                  <a:pt x="962486" y="536852"/>
                  <a:pt x="962483" y="724434"/>
                  <a:pt x="962480" y="912017"/>
                </a:cubicBezTo>
                <a:lnTo>
                  <a:pt x="486088" y="577189"/>
                </a:lnTo>
                <a:lnTo>
                  <a:pt x="0" y="912017"/>
                </a:lnTo>
                <a:cubicBezTo>
                  <a:pt x="790" y="724434"/>
                  <a:pt x="1581" y="536852"/>
                  <a:pt x="2371" y="349269"/>
                </a:cubicBez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gular Pentagon 13"/>
          <p:cNvSpPr/>
          <p:nvPr/>
        </p:nvSpPr>
        <p:spPr>
          <a:xfrm flipV="1">
            <a:off x="7056927" y="3637301"/>
            <a:ext cx="594281" cy="405582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2371 w 962489"/>
              <a:gd name="connsiteY0" fmla="*/ 349269 h 914398"/>
              <a:gd name="connsiteX1" fmla="*/ 482430 w 962489"/>
              <a:gd name="connsiteY1" fmla="*/ 0 h 914398"/>
              <a:gd name="connsiteX2" fmla="*/ 962489 w 962489"/>
              <a:gd name="connsiteY2" fmla="*/ 349269 h 914398"/>
              <a:gd name="connsiteX3" fmla="*/ 779123 w 962489"/>
              <a:gd name="connsiteY3" fmla="*/ 914398 h 914398"/>
              <a:gd name="connsiteX4" fmla="*/ 0 w 962489"/>
              <a:gd name="connsiteY4" fmla="*/ 912017 h 914398"/>
              <a:gd name="connsiteX5" fmla="*/ 2371 w 962489"/>
              <a:gd name="connsiteY5" fmla="*/ 349269 h 914398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4531"/>
              <a:gd name="connsiteX1" fmla="*/ 482430 w 962489"/>
              <a:gd name="connsiteY1" fmla="*/ 0 h 914531"/>
              <a:gd name="connsiteX2" fmla="*/ 962489 w 962489"/>
              <a:gd name="connsiteY2" fmla="*/ 349269 h 914531"/>
              <a:gd name="connsiteX3" fmla="*/ 962480 w 962489"/>
              <a:gd name="connsiteY3" fmla="*/ 912017 h 914531"/>
              <a:gd name="connsiteX4" fmla="*/ 464670 w 962489"/>
              <a:gd name="connsiteY4" fmla="*/ 914531 h 914531"/>
              <a:gd name="connsiteX5" fmla="*/ 0 w 962489"/>
              <a:gd name="connsiteY5" fmla="*/ 912017 h 914531"/>
              <a:gd name="connsiteX6" fmla="*/ 2371 w 962489"/>
              <a:gd name="connsiteY6" fmla="*/ 349269 h 914531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486088 w 962489"/>
              <a:gd name="connsiteY4" fmla="*/ 577189 h 912017"/>
              <a:gd name="connsiteX5" fmla="*/ 0 w 962489"/>
              <a:gd name="connsiteY5" fmla="*/ 912017 h 912017"/>
              <a:gd name="connsiteX6" fmla="*/ 2371 w 962489"/>
              <a:gd name="connsiteY6" fmla="*/ 349269 h 9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2489" h="912017">
                <a:moveTo>
                  <a:pt x="2371" y="349269"/>
                </a:moveTo>
                <a:lnTo>
                  <a:pt x="482430" y="0"/>
                </a:lnTo>
                <a:lnTo>
                  <a:pt x="962489" y="349269"/>
                </a:lnTo>
                <a:cubicBezTo>
                  <a:pt x="962486" y="536852"/>
                  <a:pt x="962483" y="724434"/>
                  <a:pt x="962480" y="912017"/>
                </a:cubicBezTo>
                <a:lnTo>
                  <a:pt x="486088" y="577189"/>
                </a:lnTo>
                <a:lnTo>
                  <a:pt x="0" y="912017"/>
                </a:lnTo>
                <a:cubicBezTo>
                  <a:pt x="790" y="724434"/>
                  <a:pt x="1581" y="536852"/>
                  <a:pt x="2371" y="349269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gular Pentagon 13"/>
          <p:cNvSpPr/>
          <p:nvPr/>
        </p:nvSpPr>
        <p:spPr>
          <a:xfrm flipV="1">
            <a:off x="7056927" y="2191170"/>
            <a:ext cx="594281" cy="405582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2371 w 962489"/>
              <a:gd name="connsiteY0" fmla="*/ 349269 h 914398"/>
              <a:gd name="connsiteX1" fmla="*/ 482430 w 962489"/>
              <a:gd name="connsiteY1" fmla="*/ 0 h 914398"/>
              <a:gd name="connsiteX2" fmla="*/ 962489 w 962489"/>
              <a:gd name="connsiteY2" fmla="*/ 349269 h 914398"/>
              <a:gd name="connsiteX3" fmla="*/ 779123 w 962489"/>
              <a:gd name="connsiteY3" fmla="*/ 914398 h 914398"/>
              <a:gd name="connsiteX4" fmla="*/ 0 w 962489"/>
              <a:gd name="connsiteY4" fmla="*/ 912017 h 914398"/>
              <a:gd name="connsiteX5" fmla="*/ 2371 w 962489"/>
              <a:gd name="connsiteY5" fmla="*/ 349269 h 914398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0 w 962489"/>
              <a:gd name="connsiteY4" fmla="*/ 912017 h 912017"/>
              <a:gd name="connsiteX5" fmla="*/ 2371 w 962489"/>
              <a:gd name="connsiteY5" fmla="*/ 349269 h 912017"/>
              <a:gd name="connsiteX0" fmla="*/ 2371 w 962489"/>
              <a:gd name="connsiteY0" fmla="*/ 349269 h 914531"/>
              <a:gd name="connsiteX1" fmla="*/ 482430 w 962489"/>
              <a:gd name="connsiteY1" fmla="*/ 0 h 914531"/>
              <a:gd name="connsiteX2" fmla="*/ 962489 w 962489"/>
              <a:gd name="connsiteY2" fmla="*/ 349269 h 914531"/>
              <a:gd name="connsiteX3" fmla="*/ 962480 w 962489"/>
              <a:gd name="connsiteY3" fmla="*/ 912017 h 914531"/>
              <a:gd name="connsiteX4" fmla="*/ 464670 w 962489"/>
              <a:gd name="connsiteY4" fmla="*/ 914531 h 914531"/>
              <a:gd name="connsiteX5" fmla="*/ 0 w 962489"/>
              <a:gd name="connsiteY5" fmla="*/ 912017 h 914531"/>
              <a:gd name="connsiteX6" fmla="*/ 2371 w 962489"/>
              <a:gd name="connsiteY6" fmla="*/ 349269 h 914531"/>
              <a:gd name="connsiteX0" fmla="*/ 2371 w 962489"/>
              <a:gd name="connsiteY0" fmla="*/ 349269 h 912017"/>
              <a:gd name="connsiteX1" fmla="*/ 482430 w 962489"/>
              <a:gd name="connsiteY1" fmla="*/ 0 h 912017"/>
              <a:gd name="connsiteX2" fmla="*/ 962489 w 962489"/>
              <a:gd name="connsiteY2" fmla="*/ 349269 h 912017"/>
              <a:gd name="connsiteX3" fmla="*/ 962480 w 962489"/>
              <a:gd name="connsiteY3" fmla="*/ 912017 h 912017"/>
              <a:gd name="connsiteX4" fmla="*/ 486088 w 962489"/>
              <a:gd name="connsiteY4" fmla="*/ 577189 h 912017"/>
              <a:gd name="connsiteX5" fmla="*/ 0 w 962489"/>
              <a:gd name="connsiteY5" fmla="*/ 912017 h 912017"/>
              <a:gd name="connsiteX6" fmla="*/ 2371 w 962489"/>
              <a:gd name="connsiteY6" fmla="*/ 349269 h 912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2489" h="912017">
                <a:moveTo>
                  <a:pt x="2371" y="349269"/>
                </a:moveTo>
                <a:lnTo>
                  <a:pt x="482430" y="0"/>
                </a:lnTo>
                <a:lnTo>
                  <a:pt x="962489" y="349269"/>
                </a:lnTo>
                <a:cubicBezTo>
                  <a:pt x="962486" y="536852"/>
                  <a:pt x="962483" y="724434"/>
                  <a:pt x="962480" y="912017"/>
                </a:cubicBezTo>
                <a:lnTo>
                  <a:pt x="486088" y="577189"/>
                </a:lnTo>
                <a:lnTo>
                  <a:pt x="0" y="912017"/>
                </a:lnTo>
                <a:cubicBezTo>
                  <a:pt x="790" y="724434"/>
                  <a:pt x="1581" y="536852"/>
                  <a:pt x="2371" y="349269"/>
                </a:cubicBezTo>
                <a:close/>
              </a:path>
            </a:pathLst>
          </a:cu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00C6984-4B05-4C00-A2DC-F82A05ACE638}"/>
              </a:ext>
            </a:extLst>
          </p:cNvPr>
          <p:cNvSpPr/>
          <p:nvPr/>
        </p:nvSpPr>
        <p:spPr>
          <a:xfrm>
            <a:off x="263525" y="1602819"/>
            <a:ext cx="5734340" cy="4387689"/>
          </a:xfrm>
          <a:prstGeom prst="roundRect">
            <a:avLst>
              <a:gd name="adj" fmla="val 1923"/>
            </a:avLst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Representation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(Image should occupy within this boundaries)</a:t>
            </a:r>
          </a:p>
          <a:p>
            <a:pPr algn="ctr"/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(Remove this boundaries)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</p:spTree>
    <p:extLst>
      <p:ext uri="{BB962C8B-B14F-4D97-AF65-F5344CB8AC3E}">
        <p14:creationId xmlns:p14="http://schemas.microsoft.com/office/powerpoint/2010/main" val="97184425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EDC20D9-2836-4719-A9FB-AA8D2E0B88B1}"/>
              </a:ext>
            </a:extLst>
          </p:cNvPr>
          <p:cNvGrpSpPr/>
          <p:nvPr/>
        </p:nvGrpSpPr>
        <p:grpSpPr>
          <a:xfrm>
            <a:off x="0" y="0"/>
            <a:ext cx="12192000" cy="756321"/>
            <a:chOff x="357830" y="152399"/>
            <a:chExt cx="10346682" cy="1044353"/>
          </a:xfrm>
        </p:grpSpPr>
        <p:sp>
          <p:nvSpPr>
            <p:cNvPr id="6" name="Round Diagonal Corner Rectangle 9">
              <a:extLst>
                <a:ext uri="{FF2B5EF4-FFF2-40B4-BE49-F238E27FC236}">
                  <a16:creationId xmlns:a16="http://schemas.microsoft.com/office/drawing/2014/main" id="{F5D6CBB0-15EA-4CB7-8A7A-EC81F458160D}"/>
                </a:ext>
              </a:extLst>
            </p:cNvPr>
            <p:cNvSpPr/>
            <p:nvPr userDrawn="1"/>
          </p:nvSpPr>
          <p:spPr>
            <a:xfrm>
              <a:off x="357830" y="278821"/>
              <a:ext cx="10202666" cy="917931"/>
            </a:xfrm>
            <a:prstGeom prst="round2DiagRect">
              <a:avLst/>
            </a:prstGeom>
            <a:solidFill>
              <a:srgbClr val="FFCC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Round Diagonal Corner Rectangle 8">
              <a:extLst>
                <a:ext uri="{FF2B5EF4-FFF2-40B4-BE49-F238E27FC236}">
                  <a16:creationId xmlns:a16="http://schemas.microsoft.com/office/drawing/2014/main" id="{108F7D55-96F3-44F3-9840-CBE77449BCF1}"/>
                </a:ext>
              </a:extLst>
            </p:cNvPr>
            <p:cNvSpPr/>
            <p:nvPr userDrawn="1"/>
          </p:nvSpPr>
          <p:spPr>
            <a:xfrm>
              <a:off x="357830" y="152399"/>
              <a:ext cx="10346682" cy="973667"/>
            </a:xfrm>
            <a:prstGeom prst="round2DiagRect">
              <a:avLst/>
            </a:prstGeom>
            <a:solidFill>
              <a:srgbClr val="004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76A9E40B-0A82-4728-8C8E-1A7F7EE71082}"/>
              </a:ext>
            </a:extLst>
          </p:cNvPr>
          <p:cNvSpPr/>
          <p:nvPr/>
        </p:nvSpPr>
        <p:spPr>
          <a:xfrm>
            <a:off x="1814" y="751375"/>
            <a:ext cx="12190186" cy="396334"/>
          </a:xfrm>
          <a:prstGeom prst="round2DiagRect">
            <a:avLst>
              <a:gd name="adj1" fmla="val 381"/>
              <a:gd name="adj2" fmla="val 16286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B6C1-7D9A-48C1-A01C-B535B3B28B03}"/>
              </a:ext>
            </a:extLst>
          </p:cNvPr>
          <p:cNvSpPr txBox="1"/>
          <p:nvPr/>
        </p:nvSpPr>
        <p:spPr>
          <a:xfrm>
            <a:off x="8256240" y="179348"/>
            <a:ext cx="381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&lt;Title as per scope slide&gt;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54A923-7366-4B96-BF39-7B7ABE5E088A}"/>
              </a:ext>
            </a:extLst>
          </p:cNvPr>
          <p:cNvCxnSpPr>
            <a:cxnSpLocks/>
          </p:cNvCxnSpPr>
          <p:nvPr/>
        </p:nvCxnSpPr>
        <p:spPr>
          <a:xfrm flipH="1">
            <a:off x="7573536" y="0"/>
            <a:ext cx="610696" cy="72119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1E6669-F571-7A4E-EFA1-7020A3A02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624569"/>
              </p:ext>
            </p:extLst>
          </p:nvPr>
        </p:nvGraphicFramePr>
        <p:xfrm>
          <a:off x="261014" y="4869160"/>
          <a:ext cx="116723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329">
                  <a:extLst>
                    <a:ext uri="{9D8B030D-6E8A-4147-A177-3AD203B41FA5}">
                      <a16:colId xmlns:a16="http://schemas.microsoft.com/office/drawing/2014/main" val="1679674850"/>
                    </a:ext>
                  </a:extLst>
                </a:gridCol>
                <a:gridCol w="11187985">
                  <a:extLst>
                    <a:ext uri="{9D8B030D-6E8A-4147-A177-3AD203B41FA5}">
                      <a16:colId xmlns:a16="http://schemas.microsoft.com/office/drawing/2014/main" val="239891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3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+mj-lt"/>
                          <a:cs typeface="Arial" panose="020B0604020202020204" pitchFamily="34" charset="0"/>
                        </a:rPr>
                        <a:t>Note</a:t>
                      </a:r>
                      <a:endParaRPr lang="en-IN" sz="16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3058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Xxxxxxxxxxxxxxxxxxxxxxxxxxxxxxxxxxxxxxxxxxxxxxxxxxxxxxxxxxxxxxxxxxxxxxxxxxxxxxxxxxxxxxxxxxxxxxxxxxxxxxxxxxxxxxxxx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0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57316BB-E0D5-0DA2-9949-40B3BD3DB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9" y="4945165"/>
            <a:ext cx="329721" cy="25200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7F82BA-F725-90EF-01FB-F860BCBE2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56108"/>
              </p:ext>
            </p:extLst>
          </p:nvPr>
        </p:nvGraphicFramePr>
        <p:xfrm>
          <a:off x="266410" y="3695432"/>
          <a:ext cx="116723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330">
                  <a:extLst>
                    <a:ext uri="{9D8B030D-6E8A-4147-A177-3AD203B41FA5}">
                      <a16:colId xmlns:a16="http://schemas.microsoft.com/office/drawing/2014/main" val="1679674850"/>
                    </a:ext>
                  </a:extLst>
                </a:gridCol>
                <a:gridCol w="11187984">
                  <a:extLst>
                    <a:ext uri="{9D8B030D-6E8A-4147-A177-3AD203B41FA5}">
                      <a16:colId xmlns:a16="http://schemas.microsoft.com/office/drawing/2014/main" val="239891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</a:rPr>
                        <a:t>Caution</a:t>
                      </a:r>
                      <a:endParaRPr lang="en-IN" sz="1600" dirty="0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3058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Xxxxxxxxxxxxxxxxxxxxxxxxxxxxxxxxxxxxxxxxxxxxxxxxxxxxxxxxxxxxxxxxxxxxxxxxxxxxxxxxxxxxxxxxxxxxxxxxxxxxxxxxxxxxxxxxx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0027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9C04A7BD-C63E-AC6A-28A1-A998DAC4B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639" y="3793966"/>
            <a:ext cx="298471" cy="168976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16BF87-335A-3F56-C4B2-4C46841E6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80737"/>
              </p:ext>
            </p:extLst>
          </p:nvPr>
        </p:nvGraphicFramePr>
        <p:xfrm>
          <a:off x="263352" y="2687320"/>
          <a:ext cx="116723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331">
                  <a:extLst>
                    <a:ext uri="{9D8B030D-6E8A-4147-A177-3AD203B41FA5}">
                      <a16:colId xmlns:a16="http://schemas.microsoft.com/office/drawing/2014/main" val="1679674850"/>
                    </a:ext>
                  </a:extLst>
                </a:gridCol>
                <a:gridCol w="11187983">
                  <a:extLst>
                    <a:ext uri="{9D8B030D-6E8A-4147-A177-3AD203B41FA5}">
                      <a16:colId xmlns:a16="http://schemas.microsoft.com/office/drawing/2014/main" val="239891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</a:rPr>
                        <a:t>Warning</a:t>
                      </a:r>
                      <a:endParaRPr lang="en-IN" sz="1600" dirty="0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3058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Xxxxxxxxxxxxxxxxxxxxxxxxxxxxxxxxxxxxxxxxxxxxxxxxxxxxxxxxxxxxxxxxxxxxxxxxxxxxxxxxxxxxxxxxxxxxxxxxxxxxxxxxxxxxxxxxx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0027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A987FEC8-BB09-7387-A9C6-B6949F74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909" y="2784019"/>
            <a:ext cx="298471" cy="168976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8AF8598-C3C3-7022-EDAE-52245D0C4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456069"/>
              </p:ext>
            </p:extLst>
          </p:nvPr>
        </p:nvGraphicFramePr>
        <p:xfrm>
          <a:off x="263352" y="1690324"/>
          <a:ext cx="116652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037">
                  <a:extLst>
                    <a:ext uri="{9D8B030D-6E8A-4147-A177-3AD203B41FA5}">
                      <a16:colId xmlns:a16="http://schemas.microsoft.com/office/drawing/2014/main" val="1679674850"/>
                    </a:ext>
                  </a:extLst>
                </a:gridCol>
                <a:gridCol w="11181259">
                  <a:extLst>
                    <a:ext uri="{9D8B030D-6E8A-4147-A177-3AD203B41FA5}">
                      <a16:colId xmlns:a16="http://schemas.microsoft.com/office/drawing/2014/main" val="2398913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  <a:latin typeface="+mj-lt"/>
                          <a:cs typeface="Arial" panose="020B0604020202020204" pitchFamily="34" charset="0"/>
                        </a:rPr>
                        <a:t>Danger</a:t>
                      </a:r>
                      <a:endParaRPr lang="en-IN" sz="1600" dirty="0">
                        <a:solidFill>
                          <a:schemeClr val="bg1"/>
                        </a:solidFill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3058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400" dirty="0">
                          <a:latin typeface="+mn-lt"/>
                          <a:cs typeface="Arial" panose="020B0604020202020204" pitchFamily="34" charset="0"/>
                        </a:rPr>
                        <a:t>Xxxxxxxxxxxxxxxxxxxxxxxxxxxxxxxxxxxxxxxxxxxxxxxxxxxxxxxxxxxxxxxxxxxxxxxxxxxxxxxxxxxxxxxxxxxxxxxxxxxxxxxxxxxxxxxxx</a:t>
                      </a:r>
                      <a:endParaRPr lang="en-IN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0027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67252230-7FBE-BE97-BF03-29D525EB8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9" y="1783461"/>
            <a:ext cx="308970" cy="17710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67463" y="98377"/>
            <a:ext cx="7236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&lt;Sub-title as per scope&gt;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FAFA0-0325-0979-1A50-BD8245801C46}"/>
              </a:ext>
            </a:extLst>
          </p:cNvPr>
          <p:cNvSpPr txBox="1"/>
          <p:nvPr/>
        </p:nvSpPr>
        <p:spPr>
          <a:xfrm>
            <a:off x="167464" y="743757"/>
            <a:ext cx="7874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F72"/>
                </a:solidFill>
                <a:latin typeface="+mj-lt"/>
                <a:cs typeface="Arial" panose="020B0604020202020204" pitchFamily="34" charset="0"/>
              </a:rPr>
              <a:t>&lt;Heading Level1&gt;</a:t>
            </a:r>
          </a:p>
        </p:txBody>
      </p:sp>
    </p:spTree>
    <p:extLst>
      <p:ext uri="{BB962C8B-B14F-4D97-AF65-F5344CB8AC3E}">
        <p14:creationId xmlns:p14="http://schemas.microsoft.com/office/powerpoint/2010/main" val="137954192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Notes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C24295-5546-4398-99CE-9579F6723219}"/>
              </a:ext>
            </a:extLst>
          </p:cNvPr>
          <p:cNvSpPr txBox="1">
            <a:spLocks/>
          </p:cNvSpPr>
          <p:nvPr/>
        </p:nvSpPr>
        <p:spPr bwMode="auto">
          <a:xfrm>
            <a:off x="263352" y="1526013"/>
            <a:ext cx="11665296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800" dirty="0" smtClean="0">
                <a:solidFill>
                  <a:schemeClr val="tx1"/>
                </a:solidFill>
                <a:latin typeface="Trebuchet MS" pitchFamily="34" charset="0"/>
                <a:ea typeface="+mn-ea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6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4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2000" dirty="0" smtClean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lang="en-US" altLang="en-US" sz="1800" dirty="0">
                <a:solidFill>
                  <a:schemeClr val="tx1"/>
                </a:solidFill>
                <a:latin typeface="Trebuchet MS" pitchFamily="34" charset="0"/>
                <a:cs typeface="Tahoma" pitchFamily="34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kern="0" dirty="0"/>
              <a:t>Refer structure of the training schedule and stencil (Map)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kern="0" dirty="0"/>
              <a:t>Refer customized slide guidelines incase of additional requirement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kern="0" dirty="0"/>
              <a:t>Refer guidelines while making the training </a:t>
            </a:r>
            <a:r>
              <a:rPr lang="en-US" sz="1600" kern="0" dirty="0" err="1"/>
              <a:t>ppt</a:t>
            </a:r>
            <a:endParaRPr lang="en-US" sz="1600" kern="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263352" y="1447800"/>
            <a:ext cx="11665296" cy="4573488"/>
          </a:xfrm>
        </p:spPr>
        <p:txBody>
          <a:bodyPr/>
          <a:lstStyle/>
          <a:p>
            <a:r>
              <a:rPr lang="en-US" altLang="en-US" sz="2400" dirty="0"/>
              <a:t>Use Trebuchet MS as a default font.</a:t>
            </a:r>
          </a:p>
          <a:p>
            <a:r>
              <a:rPr lang="en-US" altLang="en-US" sz="2400" dirty="0"/>
              <a:t>Pt size of the text should be as per default in this ppt template</a:t>
            </a:r>
          </a:p>
          <a:p>
            <a:r>
              <a:rPr lang="en-US" altLang="en-US" sz="2400" dirty="0"/>
              <a:t>Text color should be Black, Yellow, Black and Gray</a:t>
            </a:r>
          </a:p>
          <a:p>
            <a:r>
              <a:rPr lang="en-US" altLang="en-US" sz="2400" dirty="0"/>
              <a:t>If text is not fitting in the grid, adjustment of maximum 2 pt. size can be decreased to fit the text</a:t>
            </a:r>
          </a:p>
          <a:p>
            <a:r>
              <a:rPr lang="en-US" altLang="en-US" sz="2400" dirty="0"/>
              <a:t>Pie-chart, Scale, Graphics should be as per brand colors </a:t>
            </a:r>
          </a:p>
          <a:p>
            <a:r>
              <a:rPr lang="en-US" altLang="en-US" sz="2400" dirty="0"/>
              <a:t>Use secondary colors and shades of colors which are less than 100% (as given in next two slides) for only 20% or less of the ppt.</a:t>
            </a:r>
          </a:p>
          <a:p>
            <a:endParaRPr lang="en-US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Presentation guidelines</a:t>
            </a:r>
          </a:p>
        </p:txBody>
      </p:sp>
    </p:spTree>
    <p:extLst>
      <p:ext uri="{BB962C8B-B14F-4D97-AF65-F5344CB8AC3E}">
        <p14:creationId xmlns:p14="http://schemas.microsoft.com/office/powerpoint/2010/main" val="364627980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435" t="20597" r="30290" b="12339"/>
          <a:stretch/>
        </p:blipFill>
        <p:spPr>
          <a:xfrm>
            <a:off x="3215680" y="1302086"/>
            <a:ext cx="6125604" cy="49912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Primary Color Palette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2329" t="20470" r="19008" b="12594"/>
          <a:stretch/>
        </p:blipFill>
        <p:spPr>
          <a:xfrm>
            <a:off x="2189566" y="1340768"/>
            <a:ext cx="7812868" cy="5012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9300B1-2329-48A2-8F2C-9EEF8309614C}"/>
              </a:ext>
            </a:extLst>
          </p:cNvPr>
          <p:cNvSpPr txBox="1"/>
          <p:nvPr/>
        </p:nvSpPr>
        <p:spPr>
          <a:xfrm>
            <a:off x="119336" y="98377"/>
            <a:ext cx="614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Primary Color Palette</a:t>
            </a:r>
          </a:p>
        </p:txBody>
      </p:sp>
    </p:spTree>
    <p:extLst>
      <p:ext uri="{BB962C8B-B14F-4D97-AF65-F5344CB8AC3E}">
        <p14:creationId xmlns:p14="http://schemas.microsoft.com/office/powerpoint/2010/main" val="180222700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3">
      <a:dk1>
        <a:sysClr val="windowText" lastClr="000000"/>
      </a:dk1>
      <a:lt1>
        <a:sysClr val="window" lastClr="FFFFFF"/>
      </a:lt1>
      <a:dk2>
        <a:srgbClr val="002060"/>
      </a:dk2>
      <a:lt2>
        <a:srgbClr val="E7E6E6"/>
      </a:lt2>
      <a:accent1>
        <a:srgbClr val="4472C4"/>
      </a:accent1>
      <a:accent2>
        <a:srgbClr val="ED7D31"/>
      </a:accent2>
      <a:accent3>
        <a:srgbClr val="C00000"/>
      </a:accent3>
      <a:accent4>
        <a:srgbClr val="FFC000"/>
      </a:accent4>
      <a:accent5>
        <a:srgbClr val="5B9BD5"/>
      </a:accent5>
      <a:accent6>
        <a:srgbClr val="375623"/>
      </a:accent6>
      <a:hlink>
        <a:srgbClr val="0070C0"/>
      </a:hlink>
      <a:folHlink>
        <a:srgbClr val="C00000"/>
      </a:folHlink>
    </a:clrScheme>
    <a:fontScheme name="Custom 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 sz="1400" dirty="0">
            <a:solidFill>
              <a:schemeClr val="bg1">
                <a:lumMod val="75000"/>
              </a:schemeClr>
            </a:solidFill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ence IC_PPT TEMPLATE_2022" id="{A88F6AF7-D40A-45A9-8CDA-684E87F85D17}" vid="{03ACE8E0-E649-4A51-B945-9E0D05E9F6A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3">
    <a:dk1>
      <a:sysClr val="windowText" lastClr="000000"/>
    </a:dk1>
    <a:lt1>
      <a:sysClr val="window" lastClr="FFFFFF"/>
    </a:lt1>
    <a:dk2>
      <a:srgbClr val="002060"/>
    </a:dk2>
    <a:lt2>
      <a:srgbClr val="E7E6E6"/>
    </a:lt2>
    <a:accent1>
      <a:srgbClr val="4472C4"/>
    </a:accent1>
    <a:accent2>
      <a:srgbClr val="ED7D31"/>
    </a:accent2>
    <a:accent3>
      <a:srgbClr val="C00000"/>
    </a:accent3>
    <a:accent4>
      <a:srgbClr val="FFC000"/>
    </a:accent4>
    <a:accent5>
      <a:srgbClr val="5B9BD5"/>
    </a:accent5>
    <a:accent6>
      <a:srgbClr val="375623"/>
    </a:accent6>
    <a:hlink>
      <a:srgbClr val="0070C0"/>
    </a:hlink>
    <a:folHlink>
      <a:srgbClr val="C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Defence IC_PPT TEMPLATE_2022</Template>
  <TotalTime>1847</TotalTime>
  <Words>4673</Words>
  <Application>Microsoft Office PowerPoint</Application>
  <PresentationFormat>Widescreen</PresentationFormat>
  <Paragraphs>1359</Paragraphs>
  <Slides>143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6" baseType="lpstr">
      <vt:lpstr>Arial</vt:lpstr>
      <vt:lpstr>Trebuchet MS</vt:lpstr>
      <vt:lpstr>Default Design</vt:lpstr>
      <vt:lpstr>Operator and Maintainer Training Project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Savita Pote</dc:creator>
  <cp:lastModifiedBy>Diana Parampog</cp:lastModifiedBy>
  <cp:revision>354</cp:revision>
  <dcterms:created xsi:type="dcterms:W3CDTF">2024-03-12T09:28:21Z</dcterms:created>
  <dcterms:modified xsi:type="dcterms:W3CDTF">2026-04-03T03:38:20Z</dcterms:modified>
</cp:coreProperties>
</file>